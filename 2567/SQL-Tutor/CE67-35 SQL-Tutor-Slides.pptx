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5" r:id="rId4"/>
  </p:sldMasterIdLst>
  <p:notesMasterIdLst>
    <p:notesMasterId r:id="rId35"/>
  </p:notesMasterIdLst>
  <p:handoutMasterIdLst>
    <p:handoutMasterId r:id="rId36"/>
  </p:handoutMasterIdLst>
  <p:sldIdLst>
    <p:sldId id="256" r:id="rId5"/>
    <p:sldId id="258" r:id="rId6"/>
    <p:sldId id="259" r:id="rId7"/>
    <p:sldId id="260" r:id="rId8"/>
    <p:sldId id="300" r:id="rId9"/>
    <p:sldId id="264" r:id="rId10"/>
    <p:sldId id="302" r:id="rId11"/>
    <p:sldId id="308" r:id="rId12"/>
    <p:sldId id="309" r:id="rId13"/>
    <p:sldId id="310" r:id="rId14"/>
    <p:sldId id="275" r:id="rId15"/>
    <p:sldId id="274" r:id="rId16"/>
    <p:sldId id="303" r:id="rId17"/>
    <p:sldId id="304" r:id="rId18"/>
    <p:sldId id="305" r:id="rId19"/>
    <p:sldId id="306" r:id="rId20"/>
    <p:sldId id="294" r:id="rId21"/>
    <p:sldId id="278" r:id="rId22"/>
    <p:sldId id="311" r:id="rId23"/>
    <p:sldId id="313" r:id="rId24"/>
    <p:sldId id="315" r:id="rId25"/>
    <p:sldId id="316" r:id="rId26"/>
    <p:sldId id="314" r:id="rId27"/>
    <p:sldId id="319" r:id="rId28"/>
    <p:sldId id="292" r:id="rId29"/>
    <p:sldId id="269" r:id="rId30"/>
    <p:sldId id="270" r:id="rId31"/>
    <p:sldId id="267" r:id="rId32"/>
    <p:sldId id="317" r:id="rId33"/>
    <p:sldId id="318" r:id="rId34"/>
  </p:sldIdLst>
  <p:sldSz cx="12192000" cy="6858000"/>
  <p:notesSz cx="6858000" cy="9144000"/>
  <p:embeddedFontLst>
    <p:embeddedFont>
      <p:font typeface="Helvetica" panose="020B0604020202020204" pitchFamily="34" charset="0"/>
      <p:regular r:id="rId37"/>
      <p:bold r:id="rId38"/>
      <p:italic r:id="rId39"/>
      <p:boldItalic r:id="rId40"/>
    </p:embeddedFont>
    <p:embeddedFont>
      <p:font typeface="Noto Sans Thai" panose="020B0502040504020204" pitchFamily="34" charset="-34"/>
      <p:regular r:id="rId41"/>
      <p:bold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84" userDrawn="1">
          <p15:clr>
            <a:srgbClr val="A4A3A4"/>
          </p15:clr>
        </p15:guide>
        <p15:guide id="4" orient="horz" pos="432" userDrawn="1">
          <p15:clr>
            <a:srgbClr val="A4A3A4"/>
          </p15:clr>
        </p15:guide>
        <p15:guide id="5" orient="horz" pos="1536" userDrawn="1">
          <p15:clr>
            <a:srgbClr val="A4A3A4"/>
          </p15:clr>
        </p15:guide>
        <p15:guide id="6" pos="7392" userDrawn="1">
          <p15:clr>
            <a:srgbClr val="A4A3A4"/>
          </p15:clr>
        </p15:guide>
        <p15:guide id="7" pos="1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FF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24E561-85C3-4A5A-96FB-7C4F6283F9A7}" v="89" dt="2025-03-09T08:04:38.413"/>
    <p1510:client id="{1E93CFF0-5BAB-4F03-9CE8-464DCE722928}" v="171" dt="2025-03-09T09:24:07.704"/>
    <p1510:client id="{333BDC2E-938C-46A1-A3DD-592AF487FDD2}" v="1494" dt="2025-03-09T14:29:35.915"/>
    <p1510:client id="{36F128E6-1DFC-4900-83B2-325A6A304837}" v="201" dt="2025-03-09T10:58:12.540"/>
    <p1510:client id="{41515B98-C666-4149-864A-A1D978A60555}" v="1" dt="2025-03-09T10:04:56.872"/>
    <p1510:client id="{587DEBEE-2BAD-4458-AE25-029DDE254C94}" v="16" dt="2025-03-09T07:44:08.990"/>
    <p1510:client id="{60278F65-F510-44C5-846A-CC6C2AAF1008}" v="75" dt="2025-03-09T10:57:58.624"/>
    <p1510:client id="{76842712-DF0C-4A40-A6C8-A21D93CFD226}" v="155" dt="2025-03-09T08:11:34.646"/>
    <p1510:client id="{7C7E2DDC-3449-4D8A-BDDD-9F53897C0081}" v="234" dt="2025-03-09T10:02:51.503"/>
    <p1510:client id="{89991727-EE8B-4447-BAB3-220069ABC609}" v="3" dt="2025-03-09T10:56:12.323"/>
    <p1510:client id="{B69FF227-53AE-4BD9-A06B-1F8E0345E496}" v="20" dt="2025-03-09T09:30:12.231"/>
  </p1510:revLst>
</p1510:revInfo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240" y="96"/>
      </p:cViewPr>
      <p:guideLst>
        <p:guide orient="horz" pos="2160"/>
        <p:guide pos="3840"/>
        <p:guide pos="384"/>
        <p:guide orient="horz" pos="432"/>
        <p:guide orient="horz" pos="1536"/>
        <p:guide pos="7392"/>
        <p:guide pos="1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3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6.fntdata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8" Type="http://schemas.microsoft.com/office/2018/10/relationships/authors" Target="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2.fntdata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CA527-F925-414F-B4F4-8F4244CDDC80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7E2AA-278D-0B48-A5DE-00B1FC5BD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5593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3AE8F-EBA2-5DCF-DDF5-92F28A88D5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6233" y="808486"/>
            <a:ext cx="8782975" cy="875112"/>
          </a:xfrm>
        </p:spPr>
        <p:txBody>
          <a:bodyPr anchor="ctr">
            <a:noAutofit/>
          </a:bodyPr>
          <a:lstStyle>
            <a:lvl1pPr algn="l">
              <a:defRPr sz="4400" b="1"/>
            </a:lvl1pPr>
          </a:lstStyle>
          <a:p>
            <a:r>
              <a:rPr lang="en-US"/>
              <a:t>Project name (</a:t>
            </a:r>
            <a:r>
              <a:rPr lang="en-US" err="1"/>
              <a:t>eng</a:t>
            </a:r>
            <a:r>
              <a:rPr lang="en-US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58BDCB-AA49-6BD0-A8FD-D43FB9CC05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6234" y="3503932"/>
            <a:ext cx="2346664" cy="321892"/>
          </a:xfrm>
        </p:spPr>
        <p:txBody>
          <a:bodyPr anchor="ctr"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Member </a:t>
            </a:r>
            <a:r>
              <a:rPr lang="en-US" err="1"/>
              <a:t>haed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CC7BDC7-B4B0-9A8D-F0AE-EAD1CAC7C13B}"/>
              </a:ext>
            </a:extLst>
          </p:cNvPr>
          <p:cNvSpPr txBox="1">
            <a:spLocks/>
          </p:cNvSpPr>
          <p:nvPr userDrawn="1"/>
        </p:nvSpPr>
        <p:spPr>
          <a:xfrm>
            <a:off x="4116152" y="3503932"/>
            <a:ext cx="2346664" cy="3218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3A152EAC-BE4F-CFFE-2495-42E0AA30B8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6233" y="2183229"/>
            <a:ext cx="2994025" cy="307975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err="1"/>
              <a:t>Subject_id</a:t>
            </a:r>
            <a:endParaRPr lang="en-US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3D998AC0-BAED-8D9E-6670-E243843B43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94759" y="1985351"/>
            <a:ext cx="4954833" cy="4172337"/>
          </a:xfrm>
        </p:spPr>
        <p:txBody>
          <a:bodyPr/>
          <a:lstStyle/>
          <a:p>
            <a:endParaRPr lang="en-US"/>
          </a:p>
        </p:txBody>
      </p:sp>
      <p:sp>
        <p:nvSpPr>
          <p:cNvPr id="99" name="Text Placeholder 98">
            <a:extLst>
              <a:ext uri="{FF2B5EF4-FFF2-40B4-BE49-F238E27FC236}">
                <a16:creationId xmlns:a16="http://schemas.microsoft.com/office/drawing/2014/main" id="{9E28C77F-FABA-9313-DE75-076D1329CE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61161" y="3936879"/>
            <a:ext cx="2350008" cy="3200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 b="0"/>
              <a:t>Member name</a:t>
            </a:r>
          </a:p>
        </p:txBody>
      </p:sp>
      <p:sp>
        <p:nvSpPr>
          <p:cNvPr id="100" name="Text Placeholder 98">
            <a:extLst>
              <a:ext uri="{FF2B5EF4-FFF2-40B4-BE49-F238E27FC236}">
                <a16:creationId xmlns:a16="http://schemas.microsoft.com/office/drawing/2014/main" id="{3E50BE2E-2D73-3582-00AF-59E1FACEC2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2408" y="3935027"/>
            <a:ext cx="1024128" cy="3200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 b="0"/>
              <a:t>ID</a:t>
            </a:r>
          </a:p>
        </p:txBody>
      </p:sp>
      <p:sp>
        <p:nvSpPr>
          <p:cNvPr id="110" name="Text Placeholder 98">
            <a:extLst>
              <a:ext uri="{FF2B5EF4-FFF2-40B4-BE49-F238E27FC236}">
                <a16:creationId xmlns:a16="http://schemas.microsoft.com/office/drawing/2014/main" id="{18C43B02-6961-E8E6-5F42-2C4EECA32E2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61161" y="4279441"/>
            <a:ext cx="2350008" cy="3200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 b="0"/>
              <a:t>Member name</a:t>
            </a:r>
          </a:p>
        </p:txBody>
      </p:sp>
      <p:sp>
        <p:nvSpPr>
          <p:cNvPr id="111" name="Text Placeholder 98">
            <a:extLst>
              <a:ext uri="{FF2B5EF4-FFF2-40B4-BE49-F238E27FC236}">
                <a16:creationId xmlns:a16="http://schemas.microsoft.com/office/drawing/2014/main" id="{729B841F-AE41-2BC2-C16A-40D79A0A25A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2408" y="4277589"/>
            <a:ext cx="1024128" cy="3200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 b="0"/>
              <a:t>ID</a:t>
            </a:r>
          </a:p>
        </p:txBody>
      </p:sp>
      <p:sp>
        <p:nvSpPr>
          <p:cNvPr id="112" name="Text Placeholder 98">
            <a:extLst>
              <a:ext uri="{FF2B5EF4-FFF2-40B4-BE49-F238E27FC236}">
                <a16:creationId xmlns:a16="http://schemas.microsoft.com/office/drawing/2014/main" id="{BF2801ED-CD8E-C876-4C19-A371541F04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61161" y="4622003"/>
            <a:ext cx="2350008" cy="3200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 b="0"/>
              <a:t>Member name</a:t>
            </a:r>
          </a:p>
        </p:txBody>
      </p:sp>
      <p:sp>
        <p:nvSpPr>
          <p:cNvPr id="113" name="Text Placeholder 98">
            <a:extLst>
              <a:ext uri="{FF2B5EF4-FFF2-40B4-BE49-F238E27FC236}">
                <a16:creationId xmlns:a16="http://schemas.microsoft.com/office/drawing/2014/main" id="{2EDB275B-DEFB-DC6C-53EE-1332290BEA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408" y="4620151"/>
            <a:ext cx="1024128" cy="3200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 b="0"/>
              <a:t>ID</a:t>
            </a:r>
          </a:p>
        </p:txBody>
      </p:sp>
      <p:sp>
        <p:nvSpPr>
          <p:cNvPr id="114" name="Text Placeholder 98">
            <a:extLst>
              <a:ext uri="{FF2B5EF4-FFF2-40B4-BE49-F238E27FC236}">
                <a16:creationId xmlns:a16="http://schemas.microsoft.com/office/drawing/2014/main" id="{1F16F3AD-1B8D-A965-545D-5CFBAAAD4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61161" y="4964565"/>
            <a:ext cx="2350008" cy="3200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 b="0"/>
              <a:t>Member name</a:t>
            </a:r>
          </a:p>
        </p:txBody>
      </p:sp>
      <p:sp>
        <p:nvSpPr>
          <p:cNvPr id="115" name="Text Placeholder 98">
            <a:extLst>
              <a:ext uri="{FF2B5EF4-FFF2-40B4-BE49-F238E27FC236}">
                <a16:creationId xmlns:a16="http://schemas.microsoft.com/office/drawing/2014/main" id="{CFE1069A-1E05-2690-308D-085542DD02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2408" y="4962713"/>
            <a:ext cx="1024128" cy="3200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 b="0"/>
              <a:t>ID</a:t>
            </a:r>
          </a:p>
        </p:txBody>
      </p:sp>
      <p:sp>
        <p:nvSpPr>
          <p:cNvPr id="116" name="Text Placeholder 98">
            <a:extLst>
              <a:ext uri="{FF2B5EF4-FFF2-40B4-BE49-F238E27FC236}">
                <a16:creationId xmlns:a16="http://schemas.microsoft.com/office/drawing/2014/main" id="{566CBF91-08C1-A23C-8DB5-3E149D4BF78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61161" y="5307127"/>
            <a:ext cx="2350008" cy="3200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 b="0"/>
              <a:t>Member name</a:t>
            </a:r>
          </a:p>
        </p:txBody>
      </p:sp>
      <p:sp>
        <p:nvSpPr>
          <p:cNvPr id="117" name="Text Placeholder 98">
            <a:extLst>
              <a:ext uri="{FF2B5EF4-FFF2-40B4-BE49-F238E27FC236}">
                <a16:creationId xmlns:a16="http://schemas.microsoft.com/office/drawing/2014/main" id="{C391EDEC-91C5-D82A-984A-07D06F29F3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2408" y="5305275"/>
            <a:ext cx="1024128" cy="3200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 b="0"/>
              <a:t>ID</a:t>
            </a:r>
          </a:p>
        </p:txBody>
      </p:sp>
      <p:sp>
        <p:nvSpPr>
          <p:cNvPr id="118" name="Text Placeholder 98">
            <a:extLst>
              <a:ext uri="{FF2B5EF4-FFF2-40B4-BE49-F238E27FC236}">
                <a16:creationId xmlns:a16="http://schemas.microsoft.com/office/drawing/2014/main" id="{57D665D3-F9E4-D8E9-8F7A-013BB979188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61161" y="5649689"/>
            <a:ext cx="2350008" cy="3200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 b="0"/>
              <a:t>Member name</a:t>
            </a:r>
          </a:p>
        </p:txBody>
      </p:sp>
      <p:sp>
        <p:nvSpPr>
          <p:cNvPr id="119" name="Text Placeholder 98">
            <a:extLst>
              <a:ext uri="{FF2B5EF4-FFF2-40B4-BE49-F238E27FC236}">
                <a16:creationId xmlns:a16="http://schemas.microsoft.com/office/drawing/2014/main" id="{D3F497D3-045E-A8FA-806F-85E5FD90D90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2408" y="5647837"/>
            <a:ext cx="1024128" cy="3200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 b="0"/>
              <a:t>ID</a:t>
            </a:r>
          </a:p>
        </p:txBody>
      </p:sp>
      <p:sp>
        <p:nvSpPr>
          <p:cNvPr id="120" name="Text Placeholder 98">
            <a:extLst>
              <a:ext uri="{FF2B5EF4-FFF2-40B4-BE49-F238E27FC236}">
                <a16:creationId xmlns:a16="http://schemas.microsoft.com/office/drawing/2014/main" id="{119542D5-8BB9-5114-FBCF-5289DA979D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61161" y="5992251"/>
            <a:ext cx="2350008" cy="3200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 b="0"/>
              <a:t>Member name</a:t>
            </a:r>
          </a:p>
        </p:txBody>
      </p:sp>
      <p:sp>
        <p:nvSpPr>
          <p:cNvPr id="121" name="Text Placeholder 98">
            <a:extLst>
              <a:ext uri="{FF2B5EF4-FFF2-40B4-BE49-F238E27FC236}">
                <a16:creationId xmlns:a16="http://schemas.microsoft.com/office/drawing/2014/main" id="{09087442-1351-1153-615B-647843D6B13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2408" y="5990399"/>
            <a:ext cx="1024128" cy="3200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 b="0"/>
              <a:t>ID</a:t>
            </a:r>
          </a:p>
        </p:txBody>
      </p:sp>
      <p:sp>
        <p:nvSpPr>
          <p:cNvPr id="123" name="Text Placeholder 31">
            <a:extLst>
              <a:ext uri="{FF2B5EF4-FFF2-40B4-BE49-F238E27FC236}">
                <a16:creationId xmlns:a16="http://schemas.microsoft.com/office/drawing/2014/main" id="{38123EE1-1CAA-D4EB-6127-AF6A60918E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6232" y="1716506"/>
            <a:ext cx="5459768" cy="307975"/>
          </a:xfr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</a:lstStyle>
          <a:p>
            <a:r>
              <a:rPr lang="en-US" sz="2000"/>
              <a:t>Project name (</a:t>
            </a:r>
            <a:r>
              <a:rPr lang="en-US" sz="2000" err="1"/>
              <a:t>th</a:t>
            </a:r>
            <a:r>
              <a:rPr lang="en-US" sz="2000"/>
              <a:t>)</a:t>
            </a:r>
          </a:p>
        </p:txBody>
      </p:sp>
      <p:sp>
        <p:nvSpPr>
          <p:cNvPr id="126" name="Text Placeholder 125">
            <a:extLst>
              <a:ext uri="{FF2B5EF4-FFF2-40B4-BE49-F238E27FC236}">
                <a16:creationId xmlns:a16="http://schemas.microsoft.com/office/drawing/2014/main" id="{420D8A63-E8CF-1A5A-CF5F-1DC95E774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12808" y="3504858"/>
            <a:ext cx="2350008" cy="320040"/>
          </a:xfrm>
        </p:spPr>
        <p:txBody>
          <a:bodyPr anchor="ctr">
            <a:noAutofit/>
          </a:bodyPr>
          <a:lstStyle>
            <a:lvl1pPr marL="0" indent="0">
              <a:buNone/>
              <a:defRPr sz="2400" b="1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r>
              <a:rPr lang="en-US" sz="2400"/>
              <a:t>Advisor </a:t>
            </a:r>
            <a:r>
              <a:rPr lang="en-US" sz="2400" err="1"/>
              <a:t>haed</a:t>
            </a:r>
            <a:endParaRPr lang="en-US" sz="2400"/>
          </a:p>
        </p:txBody>
      </p:sp>
      <p:sp>
        <p:nvSpPr>
          <p:cNvPr id="127" name="Text Placeholder 98">
            <a:extLst>
              <a:ext uri="{FF2B5EF4-FFF2-40B4-BE49-F238E27FC236}">
                <a16:creationId xmlns:a16="http://schemas.microsoft.com/office/drawing/2014/main" id="{253ADD9D-0E1A-013A-4801-8FDA587617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12808" y="4278270"/>
            <a:ext cx="2350008" cy="3200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 b="0"/>
              <a:t>Advisor name</a:t>
            </a:r>
          </a:p>
        </p:txBody>
      </p:sp>
      <p:sp>
        <p:nvSpPr>
          <p:cNvPr id="128" name="Text Placeholder 98">
            <a:extLst>
              <a:ext uri="{FF2B5EF4-FFF2-40B4-BE49-F238E27FC236}">
                <a16:creationId xmlns:a16="http://schemas.microsoft.com/office/drawing/2014/main" id="{6637DBE1-B469-8DBD-CE71-3735C95B06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12808" y="3929244"/>
            <a:ext cx="2350008" cy="3200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 b="0"/>
              <a:t>Advisor name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F9E42-CBEB-1073-A789-56EA6923D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49609" y="275145"/>
            <a:ext cx="4114800" cy="365125"/>
          </a:xfrm>
        </p:spPr>
        <p:txBody>
          <a:bodyPr anchor="ctr"/>
          <a:lstStyle>
            <a:lvl1pPr algn="r">
              <a:defRPr/>
            </a:lvl1pPr>
          </a:lstStyle>
          <a:p>
            <a:r>
              <a:rPr lang="en-US"/>
              <a:t>CE67-35</a:t>
            </a:r>
          </a:p>
        </p:txBody>
      </p:sp>
    </p:spTree>
    <p:extLst>
      <p:ext uri="{BB962C8B-B14F-4D97-AF65-F5344CB8AC3E}">
        <p14:creationId xmlns:p14="http://schemas.microsoft.com/office/powerpoint/2010/main" val="3414914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A5A1C76-8B1B-8D79-D39B-253347C3D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072" y="755650"/>
            <a:ext cx="5302928" cy="9017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B00F2F2-CBCC-E0FE-6B37-45830D71D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9853" y="275145"/>
            <a:ext cx="398755" cy="365125"/>
          </a:xfrm>
        </p:spPr>
        <p:txBody>
          <a:bodyPr/>
          <a:lstStyle>
            <a:lvl1pPr algn="ctr">
              <a:defRPr/>
            </a:lvl1pPr>
          </a:lstStyle>
          <a:p>
            <a:fld id="{CC9A3FEF-EB9B-4769-8BD8-16668F925D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0D6C1BA1-E3C9-5C42-925E-7C513C212C0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953250" y="275145"/>
            <a:ext cx="41148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CE67-35</a:t>
            </a:r>
          </a:p>
        </p:txBody>
      </p:sp>
    </p:spTree>
    <p:extLst>
      <p:ext uri="{BB962C8B-B14F-4D97-AF65-F5344CB8AC3E}">
        <p14:creationId xmlns:p14="http://schemas.microsoft.com/office/powerpoint/2010/main" val="88442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A5A1C76-8B1B-8D79-D39B-253347C3D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3392" y="405048"/>
            <a:ext cx="5302928" cy="6752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lang="en-US"/>
              <a:t>title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B00F2F2-CBCC-E0FE-6B37-45830D71D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9853" y="275145"/>
            <a:ext cx="398755" cy="365125"/>
          </a:xfrm>
        </p:spPr>
        <p:txBody>
          <a:bodyPr/>
          <a:lstStyle>
            <a:lvl1pPr algn="ctr">
              <a:defRPr/>
            </a:lvl1pPr>
          </a:lstStyle>
          <a:p>
            <a:fld id="{CC9A3FEF-EB9B-4769-8BD8-16668F925D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0D6C1BA1-E3C9-5C42-925E-7C513C212C0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953250" y="275145"/>
            <a:ext cx="41148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CE67-35</a:t>
            </a:r>
          </a:p>
        </p:txBody>
      </p:sp>
    </p:spTree>
    <p:extLst>
      <p:ext uri="{BB962C8B-B14F-4D97-AF65-F5344CB8AC3E}">
        <p14:creationId xmlns:p14="http://schemas.microsoft.com/office/powerpoint/2010/main" val="2204783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A5A1C76-8B1B-8D79-D39B-253347C3D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3392" y="405048"/>
            <a:ext cx="5302928" cy="6752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lang="en-US"/>
              <a:t>title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B00F2F2-CBCC-E0FE-6B37-45830D71D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9853" y="275145"/>
            <a:ext cx="398755" cy="365125"/>
          </a:xfrm>
        </p:spPr>
        <p:txBody>
          <a:bodyPr/>
          <a:lstStyle>
            <a:lvl1pPr algn="ctr">
              <a:defRPr/>
            </a:lvl1pPr>
          </a:lstStyle>
          <a:p>
            <a:fld id="{CC9A3FEF-EB9B-4769-8BD8-16668F925D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0D6C1BA1-E3C9-5C42-925E-7C513C212C0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953250" y="275145"/>
            <a:ext cx="41148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CE67-35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1BD2A-088A-5719-D6EE-6E50A63F82D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3392" y="1750756"/>
            <a:ext cx="5302928" cy="2044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2F0E741-E32F-5C3B-1D8F-18BA7816C0D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44536" y="4465908"/>
            <a:ext cx="5302928" cy="2044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8762BC8-D2B4-433E-A58F-7D3D59A576B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75680" y="1750756"/>
            <a:ext cx="5302928" cy="2044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610240CC-CA27-CB86-7570-40D9DFF8A5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3392" y="1303787"/>
            <a:ext cx="5302928" cy="44696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>
              <a:defRPr sz="1800" b="1"/>
            </a:lvl2pPr>
            <a:lvl3pPr>
              <a:defRPr sz="1800" b="1"/>
            </a:lvl3pPr>
            <a:lvl4pPr>
              <a:defRPr sz="1800" b="1"/>
            </a:lvl4pPr>
            <a:lvl5pPr>
              <a:defRPr sz="1800" b="1"/>
            </a:lvl5pPr>
          </a:lstStyle>
          <a:p>
            <a:pPr algn="l"/>
            <a:r>
              <a:rPr lang="en-US" sz="1800"/>
              <a:t>Image info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0C6E662-960D-9D33-A578-B366AFBCD80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5680" y="1303787"/>
            <a:ext cx="5302928" cy="44696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>
              <a:defRPr sz="1800" b="1"/>
            </a:lvl2pPr>
            <a:lvl3pPr>
              <a:defRPr sz="1800" b="1"/>
            </a:lvl3pPr>
            <a:lvl4pPr>
              <a:defRPr sz="1800" b="1"/>
            </a:lvl4pPr>
            <a:lvl5pPr>
              <a:defRPr sz="1800" b="1"/>
            </a:lvl5pPr>
          </a:lstStyle>
          <a:p>
            <a:pPr algn="l"/>
            <a:r>
              <a:rPr lang="en-US" sz="1800"/>
              <a:t>Image info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231A8E4-0BCA-B25E-87CC-3E0A8A81FB1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44536" y="4018940"/>
            <a:ext cx="5302928" cy="44696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>
              <a:defRPr sz="1800" b="1"/>
            </a:lvl2pPr>
            <a:lvl3pPr>
              <a:defRPr sz="1800" b="1"/>
            </a:lvl3pPr>
            <a:lvl4pPr>
              <a:defRPr sz="1800" b="1"/>
            </a:lvl4pPr>
            <a:lvl5pPr>
              <a:defRPr sz="1800" b="1"/>
            </a:lvl5pPr>
          </a:lstStyle>
          <a:p>
            <a:pPr algn="l"/>
            <a:r>
              <a:rPr lang="en-US" sz="1800"/>
              <a:t>Image info</a:t>
            </a:r>
          </a:p>
        </p:txBody>
      </p:sp>
    </p:spTree>
    <p:extLst>
      <p:ext uri="{BB962C8B-B14F-4D97-AF65-F5344CB8AC3E}">
        <p14:creationId xmlns:p14="http://schemas.microsoft.com/office/powerpoint/2010/main" val="3411220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A5A1C76-8B1B-8D79-D39B-253347C3D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3392" y="405048"/>
            <a:ext cx="5302928" cy="6752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lang="en-US"/>
              <a:t>title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B00F2F2-CBCC-E0FE-6B37-45830D71D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9853" y="275145"/>
            <a:ext cx="398755" cy="365125"/>
          </a:xfrm>
        </p:spPr>
        <p:txBody>
          <a:bodyPr/>
          <a:lstStyle>
            <a:lvl1pPr algn="ctr">
              <a:defRPr/>
            </a:lvl1pPr>
          </a:lstStyle>
          <a:p>
            <a:fld id="{CC9A3FEF-EB9B-4769-8BD8-16668F925D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0D6C1BA1-E3C9-5C42-925E-7C513C212C0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953250" y="275145"/>
            <a:ext cx="41148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CE67-35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1BD2A-088A-5719-D6EE-6E50A63F82D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3392" y="1750756"/>
            <a:ext cx="5302928" cy="2044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10">
            <a:extLst>
              <a:ext uri="{FF2B5EF4-FFF2-40B4-BE49-F238E27FC236}">
                <a16:creationId xmlns:a16="http://schemas.microsoft.com/office/drawing/2014/main" id="{5500F09E-6673-70D5-0D9C-F1A7DA04C339}"/>
              </a:ext>
            </a:extLst>
          </p:cNvPr>
          <p:cNvSpPr txBox="1">
            <a:spLocks/>
          </p:cNvSpPr>
          <p:nvPr userDrawn="1"/>
        </p:nvSpPr>
        <p:spPr>
          <a:xfrm>
            <a:off x="613392" y="1303788"/>
            <a:ext cx="5302928" cy="44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180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2F0E741-E32F-5C3B-1D8F-18BA7816C0D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3392" y="4465908"/>
            <a:ext cx="5302928" cy="2044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6C37BEB-61FA-EDE4-CA28-6B61281A69B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75680" y="1750756"/>
            <a:ext cx="5302928" cy="4759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1C6CF7A-C1EA-A0E8-70EA-A7E1C62BC3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3392" y="1303787"/>
            <a:ext cx="5302928" cy="44696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>
              <a:defRPr sz="1800" b="1"/>
            </a:lvl2pPr>
            <a:lvl3pPr>
              <a:defRPr sz="1800" b="1"/>
            </a:lvl3pPr>
            <a:lvl4pPr>
              <a:defRPr sz="1800" b="1"/>
            </a:lvl4pPr>
            <a:lvl5pPr>
              <a:defRPr sz="1800" b="1"/>
            </a:lvl5pPr>
          </a:lstStyle>
          <a:p>
            <a:pPr algn="l"/>
            <a:r>
              <a:rPr lang="en-US" sz="1800"/>
              <a:t>Image info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F02047E0-A802-1C75-58C0-3E11693CD89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5680" y="1303787"/>
            <a:ext cx="5302928" cy="44696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>
              <a:defRPr sz="1800" b="1"/>
            </a:lvl2pPr>
            <a:lvl3pPr>
              <a:defRPr sz="1800" b="1"/>
            </a:lvl3pPr>
            <a:lvl4pPr>
              <a:defRPr sz="1800" b="1"/>
            </a:lvl4pPr>
            <a:lvl5pPr>
              <a:defRPr sz="1800" b="1"/>
            </a:lvl5pPr>
          </a:lstStyle>
          <a:p>
            <a:pPr algn="l"/>
            <a:r>
              <a:rPr lang="en-US" sz="1800"/>
              <a:t>Image info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6D665F08-3F8D-034A-4A99-032A2A485F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3392" y="4018940"/>
            <a:ext cx="5302928" cy="44696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>
              <a:defRPr sz="1800" b="1"/>
            </a:lvl2pPr>
            <a:lvl3pPr>
              <a:defRPr sz="1800" b="1"/>
            </a:lvl3pPr>
            <a:lvl4pPr>
              <a:defRPr sz="1800" b="1"/>
            </a:lvl4pPr>
            <a:lvl5pPr>
              <a:defRPr sz="1800" b="1"/>
            </a:lvl5pPr>
          </a:lstStyle>
          <a:p>
            <a:pPr algn="l"/>
            <a:r>
              <a:rPr lang="en-US" sz="1800"/>
              <a:t>Image info</a:t>
            </a:r>
          </a:p>
        </p:txBody>
      </p:sp>
    </p:spTree>
    <p:extLst>
      <p:ext uri="{BB962C8B-B14F-4D97-AF65-F5344CB8AC3E}">
        <p14:creationId xmlns:p14="http://schemas.microsoft.com/office/powerpoint/2010/main" val="3494332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A5A1C76-8B1B-8D79-D39B-253347C3D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3392" y="405048"/>
            <a:ext cx="5302928" cy="6752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lang="en-US"/>
              <a:t>title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B00F2F2-CBCC-E0FE-6B37-45830D71D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9853" y="275145"/>
            <a:ext cx="398755" cy="365125"/>
          </a:xfrm>
        </p:spPr>
        <p:txBody>
          <a:bodyPr/>
          <a:lstStyle>
            <a:lvl1pPr algn="ctr">
              <a:defRPr/>
            </a:lvl1pPr>
          </a:lstStyle>
          <a:p>
            <a:fld id="{CC9A3FEF-EB9B-4769-8BD8-16668F925D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0D6C1BA1-E3C9-5C42-925E-7C513C212C0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953250" y="275145"/>
            <a:ext cx="41148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CE67-35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E43F8-EDB1-C10D-1371-EAEFB5D7FB1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957533" y="1414731"/>
            <a:ext cx="7917573" cy="40285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70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A5A1C76-8B1B-8D79-D39B-253347C3D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3392" y="405048"/>
            <a:ext cx="5302928" cy="6752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lang="en-US"/>
              <a:t>title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B00F2F2-CBCC-E0FE-6B37-45830D71D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9853" y="275145"/>
            <a:ext cx="398755" cy="365125"/>
          </a:xfrm>
        </p:spPr>
        <p:txBody>
          <a:bodyPr/>
          <a:lstStyle>
            <a:lvl1pPr algn="ctr">
              <a:defRPr/>
            </a:lvl1pPr>
          </a:lstStyle>
          <a:p>
            <a:fld id="{CC9A3FEF-EB9B-4769-8BD8-16668F925D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0D6C1BA1-E3C9-5C42-925E-7C513C212C0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953250" y="275145"/>
            <a:ext cx="41148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CE67-35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E43F8-EDB1-C10D-1371-EAEFB5D7FB1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56562" y="1285334"/>
            <a:ext cx="6322046" cy="5408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6619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A5A1C76-8B1B-8D79-D39B-253347C3D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3392" y="405048"/>
            <a:ext cx="5302928" cy="6752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lang="en-US"/>
              <a:t>title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B00F2F2-CBCC-E0FE-6B37-45830D71D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9853" y="275145"/>
            <a:ext cx="398755" cy="365125"/>
          </a:xfrm>
        </p:spPr>
        <p:txBody>
          <a:bodyPr/>
          <a:lstStyle>
            <a:lvl1pPr algn="ctr">
              <a:defRPr/>
            </a:lvl1pPr>
          </a:lstStyle>
          <a:p>
            <a:fld id="{CC9A3FEF-EB9B-4769-8BD8-16668F925D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0D6C1BA1-E3C9-5C42-925E-7C513C212C0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953250" y="275145"/>
            <a:ext cx="41148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CE67-35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E43F8-EDB1-C10D-1371-EAEFB5D7FB1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4800" y="1250830"/>
            <a:ext cx="11582400" cy="54691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6171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 descr="Bamboo and grasses">
            <a:extLst>
              <a:ext uri="{FF2B5EF4-FFF2-40B4-BE49-F238E27FC236}">
                <a16:creationId xmlns:a16="http://schemas.microsoft.com/office/drawing/2014/main" id="{8C9232A3-35B4-315F-923C-D2DE2FB8B5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28EEF83-E21B-F86A-78BA-00249DB97C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9800" y="3429000"/>
            <a:ext cx="7772400" cy="1501775"/>
          </a:xfrm>
        </p:spPr>
        <p:txBody>
          <a:bodyPr anchor="t">
            <a:normAutofit/>
          </a:bodyPr>
          <a:lstStyle>
            <a:lvl1pPr algn="ctr">
              <a:defRPr sz="3600" b="1"/>
            </a:lvl1pPr>
          </a:lstStyle>
          <a:p>
            <a:r>
              <a:rPr lang="en-US"/>
              <a:t>Title name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DC4902B-FABC-3FF2-FBA3-B9470FDAD9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10200" y="2301875"/>
            <a:ext cx="1371600" cy="877824"/>
          </a:xfrm>
        </p:spPr>
        <p:txBody>
          <a:bodyPr/>
          <a:lstStyle>
            <a:lvl1pPr marL="0" indent="0" algn="ctr">
              <a:buNone/>
              <a:defRPr sz="6000"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Slide Number Placeholder 18">
            <a:extLst>
              <a:ext uri="{FF2B5EF4-FFF2-40B4-BE49-F238E27FC236}">
                <a16:creationId xmlns:a16="http://schemas.microsoft.com/office/drawing/2014/main" id="{AACDE664-1433-BE81-4017-6915032BB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9853" y="275145"/>
            <a:ext cx="398755" cy="365125"/>
          </a:xfrm>
        </p:spPr>
        <p:txBody>
          <a:bodyPr/>
          <a:lstStyle/>
          <a:p>
            <a:pPr algn="ctr"/>
            <a:fld id="{CC9A3FEF-EB9B-4769-8BD8-16668F925D52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104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CBEBAB0-943A-3E15-2182-C085792E38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26228" y="1333500"/>
            <a:ext cx="5172076" cy="600076"/>
          </a:xfrm>
        </p:spPr>
        <p:txBody>
          <a:bodyPr anchor="ctr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01269F9-16AF-6CB7-2F40-ACBC2A8080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26227" y="2095501"/>
            <a:ext cx="5172076" cy="3781424"/>
          </a:xfrm>
        </p:spPr>
        <p:txBody>
          <a:bodyPr anchor="t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3" name="Slide Number Placeholder 18">
            <a:extLst>
              <a:ext uri="{FF2B5EF4-FFF2-40B4-BE49-F238E27FC236}">
                <a16:creationId xmlns:a16="http://schemas.microsoft.com/office/drawing/2014/main" id="{83E15C07-3223-AA6A-72A1-FBD284086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9549" y="275145"/>
            <a:ext cx="398755" cy="365125"/>
          </a:xfrm>
        </p:spPr>
        <p:txBody>
          <a:bodyPr/>
          <a:lstStyle/>
          <a:p>
            <a:fld id="{CC9A3FEF-EB9B-4769-8BD8-16668F925D5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30">
            <a:extLst>
              <a:ext uri="{FF2B5EF4-FFF2-40B4-BE49-F238E27FC236}">
                <a16:creationId xmlns:a16="http://schemas.microsoft.com/office/drawing/2014/main" id="{99764082-E34B-036E-CAE9-AEBDB5D6AC5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972946" y="275145"/>
            <a:ext cx="41148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CE67-35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B14A0CE-D679-511D-74E8-2E37D377A5D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696" y="723362"/>
            <a:ext cx="5501658" cy="541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0054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CBEBAB0-943A-3E15-2182-C085792E38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26228" y="723362"/>
            <a:ext cx="5172076" cy="600076"/>
          </a:xfrm>
        </p:spPr>
        <p:txBody>
          <a:bodyPr anchor="ctr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01269F9-16AF-6CB7-2F40-ACBC2A8080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26227" y="1501780"/>
            <a:ext cx="5172076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3" name="Slide Number Placeholder 18">
            <a:extLst>
              <a:ext uri="{FF2B5EF4-FFF2-40B4-BE49-F238E27FC236}">
                <a16:creationId xmlns:a16="http://schemas.microsoft.com/office/drawing/2014/main" id="{83E15C07-3223-AA6A-72A1-FBD284086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9549" y="275145"/>
            <a:ext cx="398755" cy="365125"/>
          </a:xfrm>
        </p:spPr>
        <p:txBody>
          <a:bodyPr/>
          <a:lstStyle/>
          <a:p>
            <a:fld id="{CC9A3FEF-EB9B-4769-8BD8-16668F925D5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30">
            <a:extLst>
              <a:ext uri="{FF2B5EF4-FFF2-40B4-BE49-F238E27FC236}">
                <a16:creationId xmlns:a16="http://schemas.microsoft.com/office/drawing/2014/main" id="{99764082-E34B-036E-CAE9-AEBDB5D6AC5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972946" y="275145"/>
            <a:ext cx="41148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CE67-35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B14A0CE-D679-511D-74E8-2E37D377A5D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696" y="723362"/>
            <a:ext cx="5501658" cy="541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76140FB4-C00C-FC32-BE60-5B33DA1B24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6227" y="1905537"/>
            <a:ext cx="5172076" cy="942438"/>
          </a:xfrm>
        </p:spPr>
        <p:txBody>
          <a:bodyPr anchor="t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 err="1"/>
              <a:t>conten</a:t>
            </a:r>
            <a:endParaRPr lang="en-US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20AF5E04-D02A-5B79-7F34-E5AC19D052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26227" y="3168655"/>
            <a:ext cx="5172076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DB7A51B-B2DE-DC0C-1BBD-9629940458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26227" y="3572412"/>
            <a:ext cx="5172076" cy="942438"/>
          </a:xfrm>
        </p:spPr>
        <p:txBody>
          <a:bodyPr anchor="t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 err="1"/>
              <a:t>conten</a:t>
            </a:r>
            <a:endParaRPr lang="en-US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6894B383-91C1-68AB-5B4F-1AB4EDBA4DB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6227" y="4835530"/>
            <a:ext cx="5172076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89F9E4AD-7BA0-3A01-43E9-473E85EFDE7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26227" y="5239287"/>
            <a:ext cx="5172076" cy="942438"/>
          </a:xfrm>
        </p:spPr>
        <p:txBody>
          <a:bodyPr anchor="t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 err="1"/>
              <a:t>conten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49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8">
            <a:extLst>
              <a:ext uri="{FF2B5EF4-FFF2-40B4-BE49-F238E27FC236}">
                <a16:creationId xmlns:a16="http://schemas.microsoft.com/office/drawing/2014/main" id="{83E15C07-3223-AA6A-72A1-FBD284086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9549" y="275145"/>
            <a:ext cx="398755" cy="365125"/>
          </a:xfrm>
        </p:spPr>
        <p:txBody>
          <a:bodyPr/>
          <a:lstStyle/>
          <a:p>
            <a:fld id="{CC9A3FEF-EB9B-4769-8BD8-16668F925D5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30">
            <a:extLst>
              <a:ext uri="{FF2B5EF4-FFF2-40B4-BE49-F238E27FC236}">
                <a16:creationId xmlns:a16="http://schemas.microsoft.com/office/drawing/2014/main" id="{99764082-E34B-036E-CAE9-AEBDB5D6AC5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972946" y="275145"/>
            <a:ext cx="41148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CE67-35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B14A0CE-D679-511D-74E8-2E37D377A5D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93834" y="723362"/>
            <a:ext cx="5403823" cy="541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CBEBAB0-943A-3E15-2182-C085792E38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flipH="1">
            <a:off x="615977" y="723362"/>
            <a:ext cx="5403823" cy="600076"/>
          </a:xfrm>
        </p:spPr>
        <p:txBody>
          <a:bodyPr anchor="ctr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01269F9-16AF-6CB7-2F40-ACBC2A8080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76" y="1501780"/>
            <a:ext cx="5403823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76140FB4-C00C-FC32-BE60-5B33DA1B24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976" y="1905537"/>
            <a:ext cx="5403823" cy="942438"/>
          </a:xfrm>
        </p:spPr>
        <p:txBody>
          <a:bodyPr anchor="t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 err="1"/>
              <a:t>conten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0AF5E04-D02A-5B79-7F34-E5AC19D052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5976" y="3168655"/>
            <a:ext cx="5403823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3DB7A51B-B2DE-DC0C-1BBD-9629940458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976" y="3572412"/>
            <a:ext cx="5403823" cy="942438"/>
          </a:xfrm>
        </p:spPr>
        <p:txBody>
          <a:bodyPr anchor="t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 err="1"/>
              <a:t>conten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6894B383-91C1-68AB-5B4F-1AB4EDBA4DB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976" y="4835530"/>
            <a:ext cx="5403823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9F9E4AD-7BA0-3A01-43E9-473E85EFDE7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5976" y="5239287"/>
            <a:ext cx="5403823" cy="942438"/>
          </a:xfrm>
        </p:spPr>
        <p:txBody>
          <a:bodyPr anchor="t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 err="1"/>
              <a:t>conten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287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8">
            <a:extLst>
              <a:ext uri="{FF2B5EF4-FFF2-40B4-BE49-F238E27FC236}">
                <a16:creationId xmlns:a16="http://schemas.microsoft.com/office/drawing/2014/main" id="{83E15C07-3223-AA6A-72A1-FBD284086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9549" y="275145"/>
            <a:ext cx="398755" cy="365125"/>
          </a:xfrm>
        </p:spPr>
        <p:txBody>
          <a:bodyPr/>
          <a:lstStyle/>
          <a:p>
            <a:fld id="{CC9A3FEF-EB9B-4769-8BD8-16668F925D5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30">
            <a:extLst>
              <a:ext uri="{FF2B5EF4-FFF2-40B4-BE49-F238E27FC236}">
                <a16:creationId xmlns:a16="http://schemas.microsoft.com/office/drawing/2014/main" id="{99764082-E34B-036E-CAE9-AEBDB5D6AC5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972946" y="275145"/>
            <a:ext cx="41148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CE67-35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CBEBAB0-943A-3E15-2182-C085792E38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flipH="1">
            <a:off x="615977" y="1123955"/>
            <a:ext cx="5403823" cy="600076"/>
          </a:xfrm>
        </p:spPr>
        <p:txBody>
          <a:bodyPr anchor="ctr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01269F9-16AF-6CB7-2F40-ACBC2A8080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76" y="1902373"/>
            <a:ext cx="5403823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76140FB4-C00C-FC32-BE60-5B33DA1B24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976" y="2306130"/>
            <a:ext cx="5403823" cy="942438"/>
          </a:xfrm>
        </p:spPr>
        <p:txBody>
          <a:bodyPr anchor="t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 err="1"/>
              <a:t>conten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0AF5E04-D02A-5B79-7F34-E5AC19D052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5976" y="3569248"/>
            <a:ext cx="5403823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3DB7A51B-B2DE-DC0C-1BBD-9629940458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976" y="3973005"/>
            <a:ext cx="5403823" cy="942438"/>
          </a:xfrm>
        </p:spPr>
        <p:txBody>
          <a:bodyPr anchor="t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 err="1"/>
              <a:t>conten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6894B383-91C1-68AB-5B4F-1AB4EDBA4DB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976" y="5236123"/>
            <a:ext cx="5403823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9F9E4AD-7BA0-3A01-43E9-473E85EFDE7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5976" y="5639880"/>
            <a:ext cx="5403823" cy="942438"/>
          </a:xfrm>
        </p:spPr>
        <p:txBody>
          <a:bodyPr anchor="t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 err="1"/>
              <a:t>conten</a:t>
            </a:r>
            <a:endParaRPr lang="en-US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EAF9E0C-6409-00C9-CD66-AA684D2068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flipH="1">
            <a:off x="6194481" y="1123955"/>
            <a:ext cx="5403823" cy="600076"/>
          </a:xfrm>
        </p:spPr>
        <p:txBody>
          <a:bodyPr anchor="ctr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CF03FD1-401B-8BB9-F8C9-2F301A9147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4480" y="1902373"/>
            <a:ext cx="5403823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57334FF-9DCF-27F4-A3E0-A682F8AB1EB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94480" y="2306130"/>
            <a:ext cx="5403823" cy="942438"/>
          </a:xfrm>
        </p:spPr>
        <p:txBody>
          <a:bodyPr anchor="t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 err="1"/>
              <a:t>conten</a:t>
            </a:r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D932D27-F73A-4B42-209B-327BDEA7A1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94480" y="3569248"/>
            <a:ext cx="5403823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B5A500D4-5672-5245-CEA9-E9674DA81C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94480" y="3973005"/>
            <a:ext cx="5403823" cy="942438"/>
          </a:xfrm>
        </p:spPr>
        <p:txBody>
          <a:bodyPr anchor="t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 err="1"/>
              <a:t>conten</a:t>
            </a:r>
            <a:endParaRPr lang="en-US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32B95D4-4C0F-D362-32C3-68CFFD70378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94480" y="5236123"/>
            <a:ext cx="5403823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0B23A8F5-9AE4-57DA-5DFF-E2A9A55B440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94480" y="5639880"/>
            <a:ext cx="5403823" cy="942438"/>
          </a:xfrm>
        </p:spPr>
        <p:txBody>
          <a:bodyPr anchor="t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 err="1"/>
              <a:t>conten</a:t>
            </a:r>
            <a:endParaRPr lang="en-US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58E6B64C-D096-979E-D19F-9C5EDF0101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615976" y="275145"/>
            <a:ext cx="5984848" cy="600076"/>
          </a:xfrm>
        </p:spPr>
        <p:txBody>
          <a:bodyPr anchor="ctr">
            <a:no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1457890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8">
            <a:extLst>
              <a:ext uri="{FF2B5EF4-FFF2-40B4-BE49-F238E27FC236}">
                <a16:creationId xmlns:a16="http://schemas.microsoft.com/office/drawing/2014/main" id="{83E15C07-3223-AA6A-72A1-FBD284086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9549" y="275145"/>
            <a:ext cx="398755" cy="365125"/>
          </a:xfrm>
        </p:spPr>
        <p:txBody>
          <a:bodyPr/>
          <a:lstStyle/>
          <a:p>
            <a:fld id="{CC9A3FEF-EB9B-4769-8BD8-16668F925D5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30">
            <a:extLst>
              <a:ext uri="{FF2B5EF4-FFF2-40B4-BE49-F238E27FC236}">
                <a16:creationId xmlns:a16="http://schemas.microsoft.com/office/drawing/2014/main" id="{99764082-E34B-036E-CAE9-AEBDB5D6AC5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972946" y="275145"/>
            <a:ext cx="41148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CE67-35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CBEBAB0-943A-3E15-2182-C085792E38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flipH="1">
            <a:off x="1511327" y="5763704"/>
            <a:ext cx="3613122" cy="600076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EAF9E0C-6409-00C9-CD66-AA684D2068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flipH="1">
            <a:off x="7089831" y="5763704"/>
            <a:ext cx="3613122" cy="600076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B2AA94E-DD60-8CA5-F8ED-7F68BA416D3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200150" y="1866899"/>
            <a:ext cx="4288750" cy="36480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17">
            <a:extLst>
              <a:ext uri="{FF2B5EF4-FFF2-40B4-BE49-F238E27FC236}">
                <a16:creationId xmlns:a16="http://schemas.microsoft.com/office/drawing/2014/main" id="{5749B280-EC7E-579E-D097-C2D94EA3882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752017" y="1866899"/>
            <a:ext cx="4288750" cy="36480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D592FE19-94D8-D1F8-970F-00FC9060F31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390775" y="1018089"/>
            <a:ext cx="7410450" cy="600076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785921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8">
            <a:extLst>
              <a:ext uri="{FF2B5EF4-FFF2-40B4-BE49-F238E27FC236}">
                <a16:creationId xmlns:a16="http://schemas.microsoft.com/office/drawing/2014/main" id="{83E15C07-3223-AA6A-72A1-FBD284086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9549" y="275145"/>
            <a:ext cx="398755" cy="365125"/>
          </a:xfrm>
        </p:spPr>
        <p:txBody>
          <a:bodyPr/>
          <a:lstStyle/>
          <a:p>
            <a:fld id="{CC9A3FEF-EB9B-4769-8BD8-16668F925D5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30">
            <a:extLst>
              <a:ext uri="{FF2B5EF4-FFF2-40B4-BE49-F238E27FC236}">
                <a16:creationId xmlns:a16="http://schemas.microsoft.com/office/drawing/2014/main" id="{99764082-E34B-036E-CAE9-AEBDB5D6AC5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972946" y="275145"/>
            <a:ext cx="41148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CE67-35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CBEBAB0-943A-3E15-2182-C085792E38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flipH="1">
            <a:off x="6972946" y="972629"/>
            <a:ext cx="3613122" cy="600076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B2AA94E-DD60-8CA5-F8ED-7F68BA416D3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61719" y="1749425"/>
            <a:ext cx="5088850" cy="42068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3926725D-BB3C-8BC0-E47B-F792BB133DF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3305" y="1749425"/>
            <a:ext cx="5403823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FABD0FE-3E94-7F7B-5CEA-1EDC133DAF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3305" y="2396067"/>
            <a:ext cx="5403823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D5FCA9A-4FD5-33F6-D665-BD4C4734B90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3305" y="3042709"/>
            <a:ext cx="5403823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F9955E39-6B96-84FE-7E40-47512F9AA2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3305" y="3689351"/>
            <a:ext cx="5403823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E2D4BE8D-0E51-734B-8A46-6E15E77BF0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3305" y="4335993"/>
            <a:ext cx="5403823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70FE73E-C9C1-DA04-0F09-3AB9048F19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3305" y="4982635"/>
            <a:ext cx="5403823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C15E762-559B-C3AB-7DD3-E52D6FF9CB3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3305" y="5629275"/>
            <a:ext cx="5403823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540E7834-C438-6850-3E27-7D79E7776E2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 flipH="1">
            <a:off x="603304" y="972629"/>
            <a:ext cx="5403823" cy="600076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9483001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8">
            <a:extLst>
              <a:ext uri="{FF2B5EF4-FFF2-40B4-BE49-F238E27FC236}">
                <a16:creationId xmlns:a16="http://schemas.microsoft.com/office/drawing/2014/main" id="{83E15C07-3223-AA6A-72A1-FBD284086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9549" y="275145"/>
            <a:ext cx="398755" cy="365125"/>
          </a:xfrm>
        </p:spPr>
        <p:txBody>
          <a:bodyPr/>
          <a:lstStyle/>
          <a:p>
            <a:fld id="{CC9A3FEF-EB9B-4769-8BD8-16668F925D5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30">
            <a:extLst>
              <a:ext uri="{FF2B5EF4-FFF2-40B4-BE49-F238E27FC236}">
                <a16:creationId xmlns:a16="http://schemas.microsoft.com/office/drawing/2014/main" id="{99764082-E34B-036E-CAE9-AEBDB5D6AC5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972946" y="275145"/>
            <a:ext cx="41148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CE67-35</a:t>
            </a:r>
          </a:p>
        </p:txBody>
      </p:sp>
    </p:spTree>
    <p:extLst>
      <p:ext uri="{BB962C8B-B14F-4D97-AF65-F5344CB8AC3E}">
        <p14:creationId xmlns:p14="http://schemas.microsoft.com/office/powerpoint/2010/main" val="27088471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8">
            <a:extLst>
              <a:ext uri="{FF2B5EF4-FFF2-40B4-BE49-F238E27FC236}">
                <a16:creationId xmlns:a16="http://schemas.microsoft.com/office/drawing/2014/main" id="{83E15C07-3223-AA6A-72A1-FBD284086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9549" y="275145"/>
            <a:ext cx="398755" cy="365125"/>
          </a:xfrm>
        </p:spPr>
        <p:txBody>
          <a:bodyPr/>
          <a:lstStyle/>
          <a:p>
            <a:fld id="{CC9A3FEF-EB9B-4769-8BD8-16668F925D5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30">
            <a:extLst>
              <a:ext uri="{FF2B5EF4-FFF2-40B4-BE49-F238E27FC236}">
                <a16:creationId xmlns:a16="http://schemas.microsoft.com/office/drawing/2014/main" id="{99764082-E34B-036E-CAE9-AEBDB5D6AC5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972946" y="275145"/>
            <a:ext cx="41148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CE67-35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CBEBAB0-943A-3E15-2182-C085792E38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flipH="1">
            <a:off x="1511327" y="982154"/>
            <a:ext cx="3613122" cy="600076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B2AA94E-DD60-8CA5-F8ED-7F68BA416D3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00100" y="1758950"/>
            <a:ext cx="5088850" cy="42068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3926725D-BB3C-8BC0-E47B-F792BB133DF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4480" y="1758950"/>
            <a:ext cx="5403823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FABD0FE-3E94-7F7B-5CEA-1EDC133DAF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94480" y="2405592"/>
            <a:ext cx="5403823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DD5FCA9A-4FD5-33F6-D665-BD4C4734B90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94480" y="3052234"/>
            <a:ext cx="5403823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F9955E39-6B96-84FE-7E40-47512F9AA2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94480" y="3698876"/>
            <a:ext cx="5403823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E2D4BE8D-0E51-734B-8A46-6E15E77BF0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94480" y="4345518"/>
            <a:ext cx="5403823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F70FE73E-C9C1-DA04-0F09-3AB9048F19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94480" y="4992160"/>
            <a:ext cx="5403823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CC15E762-559B-C3AB-7DD3-E52D6FF9CB3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94480" y="5638800"/>
            <a:ext cx="5403823" cy="327020"/>
          </a:xfrm>
        </p:spPr>
        <p:txBody>
          <a:bodyPr anchor="t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40E7834-C438-6850-3E27-7D79E7776E2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 flipH="1">
            <a:off x="6194479" y="982154"/>
            <a:ext cx="5403823" cy="600076"/>
          </a:xfrm>
        </p:spPr>
        <p:txBody>
          <a:bodyPr anchor="ctr">
            <a:noAutofit/>
          </a:bodyPr>
          <a:lstStyle>
            <a:lvl1pPr marL="0" indent="0" algn="l">
              <a:buNone/>
              <a:defRPr sz="2800" b="1"/>
            </a:lvl1pPr>
            <a:lvl2pPr marL="457200" indent="0">
              <a:buNone/>
              <a:defRPr sz="2800" b="1"/>
            </a:lvl2pPr>
            <a:lvl3pPr marL="914400" indent="0">
              <a:buNone/>
              <a:defRPr sz="2800" b="1"/>
            </a:lvl3pPr>
            <a:lvl4pPr marL="1371600" indent="0">
              <a:buNone/>
              <a:defRPr sz="2800" b="1"/>
            </a:lvl4pPr>
            <a:lvl5pPr marL="1828800" indent="0">
              <a:buNone/>
              <a:defRPr sz="2800" b="1"/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958789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081573-142F-7CB7-9A0C-01968DE38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474DA-6682-5FCD-D7E2-24ECDCEF7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838A3-633D-A279-296F-1733754F9D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4689E-3970-A27D-E397-9A949D367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CE67-35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9B3E1-25D1-EB59-7267-34EF345B8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9A3FEF-EB9B-4769-8BD8-16668F925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08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91" r:id="rId3"/>
    <p:sldLayoutId id="2147483692" r:id="rId4"/>
    <p:sldLayoutId id="2147483687" r:id="rId5"/>
    <p:sldLayoutId id="2147483689" r:id="rId6"/>
    <p:sldLayoutId id="2147483690" r:id="rId7"/>
    <p:sldLayoutId id="2147483688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5" r:id="rId15"/>
    <p:sldLayoutId id="2147483686" r:id="rId16"/>
    <p:sldLayoutId id="2147483684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animalia-life.club/qa/pictures/question-and-answer-icon-png" TargetMode="Externa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raphic 117" descr="Water lilies and ripples on a pond">
            <a:extLst>
              <a:ext uri="{FF2B5EF4-FFF2-40B4-BE49-F238E27FC236}">
                <a16:creationId xmlns:a16="http://schemas.microsoft.com/office/drawing/2014/main" id="{688615E2-8AFE-AEFF-905E-42ACBEE6E87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21240B8A-ADB9-8045-914A-12F4F79FED38}"/>
              </a:ext>
            </a:extLst>
          </p:cNvPr>
          <p:cNvSpPr/>
          <p:nvPr/>
        </p:nvSpPr>
        <p:spPr>
          <a:xfrm>
            <a:off x="348259" y="775841"/>
            <a:ext cx="11495482" cy="5463034"/>
          </a:xfrm>
          <a:prstGeom prst="roundRect">
            <a:avLst>
              <a:gd name="adj" fmla="val 42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itle 87">
            <a:extLst>
              <a:ext uri="{FF2B5EF4-FFF2-40B4-BE49-F238E27FC236}">
                <a16:creationId xmlns:a16="http://schemas.microsoft.com/office/drawing/2014/main" id="{28B93689-61A6-1251-94B0-03FF3927A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233" y="1237587"/>
            <a:ext cx="8782975" cy="875112"/>
          </a:xfrm>
        </p:spPr>
        <p:txBody>
          <a:bodyPr/>
          <a:lstStyle/>
          <a:p>
            <a:r>
              <a:rPr lang="en-US" sz="6600" b="1">
                <a:latin typeface="Noto Sans Thai" panose="020B0502040504020204" pitchFamily="34" charset="-34"/>
                <a:cs typeface="Noto Sans Thai"/>
              </a:rPr>
              <a:t>SQL </a:t>
            </a:r>
            <a:r>
              <a:rPr lang="en-US" sz="6600">
                <a:latin typeface="Noto Sans Thai" panose="020B0502040504020204" pitchFamily="34" charset="-34"/>
                <a:cs typeface="Noto Sans Thai"/>
              </a:rPr>
              <a:t>TUTOR</a:t>
            </a:r>
            <a:endParaRPr lang="en-US" sz="6600"/>
          </a:p>
        </p:txBody>
      </p:sp>
      <p:sp>
        <p:nvSpPr>
          <p:cNvPr id="89" name="Subtitle 88">
            <a:extLst>
              <a:ext uri="{FF2B5EF4-FFF2-40B4-BE49-F238E27FC236}">
                <a16:creationId xmlns:a16="http://schemas.microsoft.com/office/drawing/2014/main" id="{BB28AF74-273B-643D-9E9A-A76E1CDB37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234" y="3933033"/>
            <a:ext cx="2346664" cy="32189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sz="2400" b="1" i="0">
                <a:solidFill>
                  <a:srgbClr val="343434"/>
                </a:solidFill>
                <a:effectLst/>
                <a:latin typeface="Noto Sans Thai" panose="020B0502040504020204" pitchFamily="34" charset="-34"/>
                <a:cs typeface="Noto Sans Thai" panose="020B0502040504020204" pitchFamily="34" charset="-34"/>
              </a:rPr>
              <a:t>Member</a:t>
            </a:r>
            <a:endParaRPr lang="en-US" sz="2400" b="1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90" name="Text Placeholder 89">
            <a:extLst>
              <a:ext uri="{FF2B5EF4-FFF2-40B4-BE49-F238E27FC236}">
                <a16:creationId xmlns:a16="http://schemas.microsoft.com/office/drawing/2014/main" id="{1282E2E0-5EEA-8CAA-B6BC-87F0397492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233" y="2612330"/>
            <a:ext cx="2994025" cy="307975"/>
          </a:xfrm>
        </p:spPr>
        <p:txBody>
          <a:bodyPr/>
          <a:lstStyle/>
          <a:p>
            <a:pPr algn="l"/>
            <a:r>
              <a:rPr lang="en-US" sz="1800" i="0">
                <a:solidFill>
                  <a:srgbClr val="343434"/>
                </a:solidFill>
                <a:effectLst/>
                <a:latin typeface="Noto Sans Thai" panose="020B0502040504020204" pitchFamily="34" charset="-34"/>
                <a:cs typeface="Noto Sans Thai" panose="020B0502040504020204" pitchFamily="34" charset="-34"/>
              </a:rPr>
              <a:t>01076312 PROJECT 2</a:t>
            </a:r>
            <a:endParaRPr lang="en-US" sz="180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92" name="Text Placeholder 91">
            <a:extLst>
              <a:ext uri="{FF2B5EF4-FFF2-40B4-BE49-F238E27FC236}">
                <a16:creationId xmlns:a16="http://schemas.microsoft.com/office/drawing/2014/main" id="{F58A7A61-2FFB-9FE7-9B81-BF4C12B4CD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61161" y="4365980"/>
            <a:ext cx="2350008" cy="320040"/>
          </a:xfrm>
        </p:spPr>
        <p:txBody>
          <a:bodyPr/>
          <a:lstStyle/>
          <a:p>
            <a:r>
              <a:rPr lang="th-TH" sz="1600" i="0">
                <a:solidFill>
                  <a:srgbClr val="343434"/>
                </a:solidFill>
                <a:effectLst/>
                <a:latin typeface="Noto Sans Thai" panose="020B0502040504020204" pitchFamily="34" charset="-34"/>
                <a:cs typeface="Noto Sans Thai"/>
              </a:rPr>
              <a:t>นายชนกานต์ สิทธิแสงอำไพ</a:t>
            </a:r>
            <a:endParaRPr lang="en-US"/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9035B2D0-6973-A4B8-88B4-3F614EA565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2408" y="4364128"/>
            <a:ext cx="1024128" cy="320040"/>
          </a:xfrm>
        </p:spPr>
        <p:txBody>
          <a:bodyPr/>
          <a:lstStyle/>
          <a:p>
            <a:r>
              <a:rPr lang="en-US" sz="1400"/>
              <a:t>65015028</a:t>
            </a:r>
          </a:p>
        </p:txBody>
      </p:sp>
      <p:sp>
        <p:nvSpPr>
          <p:cNvPr id="94" name="Text Placeholder 93">
            <a:extLst>
              <a:ext uri="{FF2B5EF4-FFF2-40B4-BE49-F238E27FC236}">
                <a16:creationId xmlns:a16="http://schemas.microsoft.com/office/drawing/2014/main" id="{B709B2C3-9BEC-CF95-E5F3-6D30F4013A1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61161" y="4708542"/>
            <a:ext cx="2350008" cy="320040"/>
          </a:xfrm>
        </p:spPr>
        <p:txBody>
          <a:bodyPr/>
          <a:lstStyle/>
          <a:p>
            <a:r>
              <a:rPr lang="th-TH"/>
              <a:t>นายทองแท้ ศิริมาก</a:t>
            </a:r>
          </a:p>
          <a:p>
            <a:endParaRPr lang="en-US"/>
          </a:p>
        </p:txBody>
      </p:sp>
      <p:sp>
        <p:nvSpPr>
          <p:cNvPr id="95" name="Text Placeholder 94">
            <a:extLst>
              <a:ext uri="{FF2B5EF4-FFF2-40B4-BE49-F238E27FC236}">
                <a16:creationId xmlns:a16="http://schemas.microsoft.com/office/drawing/2014/main" id="{CB6A6B2F-C5E8-EA27-A17B-B5D11EEE70D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408" y="4706690"/>
            <a:ext cx="1024128" cy="320040"/>
          </a:xfrm>
        </p:spPr>
        <p:txBody>
          <a:bodyPr/>
          <a:lstStyle/>
          <a:p>
            <a:r>
              <a:rPr lang="en-US" sz="1400"/>
              <a:t>65015057</a:t>
            </a:r>
          </a:p>
        </p:txBody>
      </p:sp>
      <p:sp>
        <p:nvSpPr>
          <p:cNvPr id="96" name="Text Placeholder 95">
            <a:extLst>
              <a:ext uri="{FF2B5EF4-FFF2-40B4-BE49-F238E27FC236}">
                <a16:creationId xmlns:a16="http://schemas.microsoft.com/office/drawing/2014/main" id="{E07DA3EB-806E-C480-2DF9-F040B4322BB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661161" y="5051104"/>
            <a:ext cx="2350008" cy="320040"/>
          </a:xfrm>
        </p:spPr>
        <p:txBody>
          <a:bodyPr/>
          <a:lstStyle/>
          <a:p>
            <a:r>
              <a:rPr lang="th-TH"/>
              <a:t>นาย</a:t>
            </a:r>
            <a:r>
              <a:rPr lang="th-TH" err="1"/>
              <a:t>พิชญุ</a:t>
            </a:r>
            <a:r>
              <a:rPr lang="th-TH"/>
              <a:t>ตม์ เมืองวง</a:t>
            </a:r>
            <a:r>
              <a:rPr lang="th-TH" err="1"/>
              <a:t>ค์</a:t>
            </a:r>
            <a:r>
              <a:rPr lang="th-TH"/>
              <a:t> </a:t>
            </a:r>
          </a:p>
          <a:p>
            <a:endParaRPr lang="en-US"/>
          </a:p>
        </p:txBody>
      </p:sp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86B501BB-6653-123A-7712-C683010B2C2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2408" y="5049252"/>
            <a:ext cx="1024128" cy="320040"/>
          </a:xfrm>
        </p:spPr>
        <p:txBody>
          <a:bodyPr/>
          <a:lstStyle/>
          <a:p>
            <a:r>
              <a:rPr lang="en-US" sz="1400"/>
              <a:t>65015106</a:t>
            </a:r>
          </a:p>
        </p:txBody>
      </p:sp>
      <p:sp>
        <p:nvSpPr>
          <p:cNvPr id="98" name="Text Placeholder 97">
            <a:extLst>
              <a:ext uri="{FF2B5EF4-FFF2-40B4-BE49-F238E27FC236}">
                <a16:creationId xmlns:a16="http://schemas.microsoft.com/office/drawing/2014/main" id="{00E95AEE-7827-36AA-FD65-8B59FC96171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661161" y="5393666"/>
            <a:ext cx="2350008" cy="320040"/>
          </a:xfrm>
        </p:spPr>
        <p:txBody>
          <a:bodyPr/>
          <a:lstStyle/>
          <a:p>
            <a:r>
              <a:rPr lang="th-TH"/>
              <a:t>นายอธิยุต แย้มเพียร</a:t>
            </a:r>
          </a:p>
          <a:p>
            <a:endParaRPr lang="en-US"/>
          </a:p>
        </p:txBody>
      </p:sp>
      <p:sp>
        <p:nvSpPr>
          <p:cNvPr id="99" name="Text Placeholder 98">
            <a:extLst>
              <a:ext uri="{FF2B5EF4-FFF2-40B4-BE49-F238E27FC236}">
                <a16:creationId xmlns:a16="http://schemas.microsoft.com/office/drawing/2014/main" id="{68475F99-C0D0-9381-2984-987EE42607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42408" y="5391814"/>
            <a:ext cx="1024128" cy="320040"/>
          </a:xfrm>
        </p:spPr>
        <p:txBody>
          <a:bodyPr/>
          <a:lstStyle/>
          <a:p>
            <a:r>
              <a:rPr lang="en-US" sz="1400"/>
              <a:t>65015162</a:t>
            </a:r>
          </a:p>
        </p:txBody>
      </p:sp>
      <p:sp>
        <p:nvSpPr>
          <p:cNvPr id="106" name="Text Placeholder 105">
            <a:extLst>
              <a:ext uri="{FF2B5EF4-FFF2-40B4-BE49-F238E27FC236}">
                <a16:creationId xmlns:a16="http://schemas.microsoft.com/office/drawing/2014/main" id="{08D59445-D7AB-6E72-EB30-B364A014382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6232" y="2145607"/>
            <a:ext cx="5459768" cy="307975"/>
          </a:xfrm>
        </p:spPr>
        <p:txBody>
          <a:bodyPr/>
          <a:lstStyle/>
          <a:p>
            <a:pPr algn="l"/>
            <a:r>
              <a:rPr lang="th-TH" sz="2000" b="1" i="0">
                <a:solidFill>
                  <a:srgbClr val="343434"/>
                </a:solidFill>
                <a:effectLst/>
                <a:latin typeface="Noto Sans Thai" panose="020B0502040504020204" pitchFamily="34" charset="-34"/>
                <a:cs typeface="Noto Sans Thai" panose="020B0502040504020204" pitchFamily="34" charset="-34"/>
              </a:rPr>
              <a:t>เว็บไซต์สื่อการสอนภาษาเอสคิวแอล</a:t>
            </a:r>
            <a:endParaRPr lang="en-US" sz="2000" b="1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107" name="Text Placeholder 106">
            <a:extLst>
              <a:ext uri="{FF2B5EF4-FFF2-40B4-BE49-F238E27FC236}">
                <a16:creationId xmlns:a16="http://schemas.microsoft.com/office/drawing/2014/main" id="{75246DA3-E256-3A51-0A7B-FD2CE0803FD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112808" y="3933959"/>
            <a:ext cx="2350008" cy="320040"/>
          </a:xfrm>
        </p:spPr>
        <p:txBody>
          <a:bodyPr/>
          <a:lstStyle/>
          <a:p>
            <a:pPr algn="l"/>
            <a:r>
              <a:rPr lang="en-US" sz="1900" b="1" i="0">
                <a:solidFill>
                  <a:srgbClr val="343434"/>
                </a:solidFill>
                <a:effectLst/>
                <a:latin typeface="Noto Sans Thai" panose="020B0502040504020204" pitchFamily="34" charset="-34"/>
                <a:cs typeface="Noto Sans Thai" panose="020B0502040504020204" pitchFamily="34" charset="-34"/>
              </a:rPr>
              <a:t>Advisor</a:t>
            </a:r>
            <a:endParaRPr lang="en-US" sz="1900" b="1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108" name="Text Placeholder 107">
            <a:extLst>
              <a:ext uri="{FF2B5EF4-FFF2-40B4-BE49-F238E27FC236}">
                <a16:creationId xmlns:a16="http://schemas.microsoft.com/office/drawing/2014/main" id="{03E33F62-AAC0-7A51-2E8D-07F3B71ADC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112808" y="4707371"/>
            <a:ext cx="2350008" cy="320040"/>
          </a:xfrm>
        </p:spPr>
        <p:txBody>
          <a:bodyPr/>
          <a:lstStyle/>
          <a:p>
            <a:r>
              <a:rPr lang="th-TH"/>
              <a:t>ผศ.ดร.ชมพูนุท เต็งเจริญ</a:t>
            </a:r>
          </a:p>
          <a:p>
            <a:endParaRPr lang="en-US"/>
          </a:p>
        </p:txBody>
      </p:sp>
      <p:sp>
        <p:nvSpPr>
          <p:cNvPr id="109" name="Text Placeholder 108">
            <a:extLst>
              <a:ext uri="{FF2B5EF4-FFF2-40B4-BE49-F238E27FC236}">
                <a16:creationId xmlns:a16="http://schemas.microsoft.com/office/drawing/2014/main" id="{C7E03798-F007-C4DC-C749-ACB8CC7A80A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112808" y="4358345"/>
            <a:ext cx="2350008" cy="320040"/>
          </a:xfrm>
        </p:spPr>
        <p:txBody>
          <a:bodyPr/>
          <a:lstStyle/>
          <a:p>
            <a:r>
              <a:rPr lang="th-TH"/>
              <a:t>ผศ.ธนา </a:t>
            </a:r>
            <a:r>
              <a:rPr lang="th-TH" err="1"/>
              <a:t>หงษ์</a:t>
            </a:r>
            <a:r>
              <a:rPr lang="th-TH"/>
              <a:t>สุวรรณ </a:t>
            </a:r>
          </a:p>
        </p:txBody>
      </p:sp>
      <p:sp>
        <p:nvSpPr>
          <p:cNvPr id="64" name="Footer Placeholder 63">
            <a:extLst>
              <a:ext uri="{FF2B5EF4-FFF2-40B4-BE49-F238E27FC236}">
                <a16:creationId xmlns:a16="http://schemas.microsoft.com/office/drawing/2014/main" id="{76228FE8-F94C-336C-7760-022938BA8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CE67-35</a:t>
            </a:r>
          </a:p>
        </p:txBody>
      </p:sp>
      <p:pic>
        <p:nvPicPr>
          <p:cNvPr id="115" name="Picture Placeholder 114" descr="Laptop with phone and calculator">
            <a:extLst>
              <a:ext uri="{FF2B5EF4-FFF2-40B4-BE49-F238E27FC236}">
                <a16:creationId xmlns:a16="http://schemas.microsoft.com/office/drawing/2014/main" id="{6F742210-4D3F-28A7-6822-5E8233F6443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7898" b="7898"/>
          <a:stretch>
            <a:fillRect/>
          </a:stretch>
        </p:blipFill>
        <p:spPr>
          <a:xfrm>
            <a:off x="6197640" y="1089511"/>
            <a:ext cx="5928988" cy="4992648"/>
          </a:xfrm>
        </p:spPr>
      </p:pic>
    </p:spTree>
    <p:extLst>
      <p:ext uri="{BB962C8B-B14F-4D97-AF65-F5344CB8AC3E}">
        <p14:creationId xmlns:p14="http://schemas.microsoft.com/office/powerpoint/2010/main" val="2217601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B81E0-417E-4A4D-503D-69C31816C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97ECE18-3F97-E3F1-CC40-18D7F6E5F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i="0">
                <a:solidFill>
                  <a:srgbClr val="000000"/>
                </a:solidFill>
                <a:effectLst/>
                <a:latin typeface="Noto Sans Thai" panose="020B0502040504020204" pitchFamily="34" charset="-34"/>
                <a:cs typeface="Noto Sans Thai" panose="020B0502040504020204" pitchFamily="34" charset="-34"/>
              </a:rPr>
              <a:t>ที่มาและความสำคัญ</a:t>
            </a:r>
            <a:endParaRPr lang="en-US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48B0D1-7812-CC73-402D-96CB21BADB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01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9CB09-7D3E-7F49-8F92-EBC8AD6EA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9A3FEF-EB9B-4769-8BD8-16668F925D52}" type="slidenum">
              <a:rPr lang="en-US" smtClean="0"/>
              <a:pPr algn="ctr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52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2EA1EB-CC04-35E6-72AC-AAD0135917A3}"/>
              </a:ext>
            </a:extLst>
          </p:cNvPr>
          <p:cNvSpPr/>
          <p:nvPr/>
        </p:nvSpPr>
        <p:spPr>
          <a:xfrm>
            <a:off x="6233142" y="1300417"/>
            <a:ext cx="5501658" cy="781050"/>
          </a:xfrm>
          <a:prstGeom prst="roundRect">
            <a:avLst>
              <a:gd name="adj" fmla="val 371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04F08-46F0-66D5-5899-403494CBAA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b"/>
          <a:lstStyle/>
          <a:p>
            <a:r>
              <a:rPr lang="en-US"/>
              <a:t>SQL </a:t>
            </a:r>
            <a:r>
              <a:rPr lang="th-TH"/>
              <a:t>คืออะไร?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F15EE8-9E50-5D92-1613-12C6A686BB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/>
              <a:t>SQL (Structured Query Language) </a:t>
            </a:r>
            <a:br>
              <a:rPr lang="en-US" b="1"/>
            </a:br>
            <a:r>
              <a:rPr lang="th-TH">
                <a:solidFill>
                  <a:schemeClr val="tx1">
                    <a:lumMod val="75000"/>
                    <a:lumOff val="25000"/>
                  </a:schemeClr>
                </a:solidFill>
              </a:rPr>
              <a:t>เป็นภาษาที่ใช้ในการจัดการและเข้าถึงข้อมูลในระบบฐานข้อมูลเชิงสัมพันธ์ ถูกออกแบบมาเพื่อให้สามารถทำงานกับข้อมูล เช่น การสร้าง แก้ไข ลบ และดึงข้อมูลจากฐานข้อมูลได้อย่างมีประสิทธิภาพ</a:t>
            </a:r>
          </a:p>
          <a:p>
            <a:pPr>
              <a:lnSpc>
                <a:spcPct val="150000"/>
              </a:lnSpc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7DC9B-D787-D122-3DCA-AFF33FBB1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/>
              <a:t>3</a:t>
            </a:fld>
            <a:endParaRPr lang="en-US"/>
          </a:p>
        </p:txBody>
      </p:sp>
      <p:pic>
        <p:nvPicPr>
          <p:cNvPr id="1026" name="Picture 2" descr="Abstract technology sql illustration">
            <a:extLst>
              <a:ext uri="{FF2B5EF4-FFF2-40B4-BE49-F238E27FC236}">
                <a16:creationId xmlns:a16="http://schemas.microsoft.com/office/drawing/2014/main" id="{43FAA1BE-037C-A263-DA86-13F312B710A1}"/>
              </a:ext>
            </a:extLst>
          </p:cNvPr>
          <p:cNvPicPr>
            <a:picLocks noGrp="1" noChangeAspect="1" noChangeArrowheads="1"/>
          </p:cNvPicPr>
          <p:nvPr>
            <p:ph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9762" y="723900"/>
            <a:ext cx="5410200" cy="5410200"/>
          </a:xfrm>
          <a:prstGeom prst="roundRect">
            <a:avLst>
              <a:gd name="adj" fmla="val 7688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45036-5228-6796-209D-5B37DF667A0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CE67-35</a:t>
            </a:r>
          </a:p>
        </p:txBody>
      </p:sp>
    </p:spTree>
    <p:extLst>
      <p:ext uri="{BB962C8B-B14F-4D97-AF65-F5344CB8AC3E}">
        <p14:creationId xmlns:p14="http://schemas.microsoft.com/office/powerpoint/2010/main" val="518619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Content Placeholder 55">
            <a:extLst>
              <a:ext uri="{FF2B5EF4-FFF2-40B4-BE49-F238E27FC236}">
                <a16:creationId xmlns:a16="http://schemas.microsoft.com/office/drawing/2014/main" id="{AE32E58E-E17B-A1E7-69DA-4C9D8C4433D2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6096000" y="1113054"/>
            <a:ext cx="5600700" cy="4631892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E438EA7-CF99-AE12-5145-959656C413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th-TH" b="1">
                <a:latin typeface="Noto Sans Thai" panose="020B0502040504020204" pitchFamily="34" charset="-34"/>
                <a:cs typeface="Noto Sans Thai" panose="020B0502040504020204" pitchFamily="34" charset="-34"/>
              </a:rPr>
              <a:t>ปัญหาของผู้เริ่มต้นเรียน </a:t>
            </a:r>
            <a:r>
              <a:rPr lang="en-US" b="1">
                <a:latin typeface="Noto Sans Thai" panose="020B0502040504020204" pitchFamily="34" charset="-34"/>
                <a:cs typeface="Noto Sans Thai" panose="020B0502040504020204" pitchFamily="34" charset="-34"/>
              </a:rPr>
              <a:t>SQL ?</a:t>
            </a:r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36577CA-5DB0-D77A-A5D5-C697969EE4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2177" y="1578517"/>
            <a:ext cx="5403823" cy="327020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th-TH" sz="2000" b="1">
                <a:latin typeface="Noto Sans Thai" panose="020B0502040504020204" pitchFamily="34" charset="-34"/>
                <a:cs typeface="Noto Sans Thai" panose="020B0502040504020204" pitchFamily="34" charset="-34"/>
              </a:rPr>
              <a:t>ความเข้าใจเกี่ยวกับฟังก์ชันและการจัดการข้อมูล</a:t>
            </a:r>
            <a:endParaRPr lang="en-US" sz="2000" b="1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029E088-A063-801A-3EDC-8F10885C9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2177" y="1905537"/>
            <a:ext cx="5403823" cy="942438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th-TH" sz="1600">
                <a:solidFill>
                  <a:schemeClr val="tx1">
                    <a:lumMod val="75000"/>
                    <a:lumOff val="25000"/>
                  </a:schemeClr>
                </a:solidFill>
                <a:latin typeface="Noto Sans Thai" panose="020B0502040504020204" pitchFamily="34" charset="-34"/>
                <a:cs typeface="Noto Sans Thai" panose="020B0502040504020204" pitchFamily="34" charset="-34"/>
              </a:rPr>
              <a:t>ผู้เริ่มต้นมักมีปัญหาในการเข้าใจฟังก์ชันต่าง ๆ เช่น 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Noto Sans Thai" panose="020B0502040504020204" pitchFamily="34" charset="-34"/>
                <a:cs typeface="Noto Sans Thai" panose="020B0502040504020204" pitchFamily="34" charset="-34"/>
              </a:rPr>
              <a:t>COUNT, SUM, </a:t>
            </a:r>
            <a:r>
              <a:rPr lang="th-TH" sz="1600">
                <a:solidFill>
                  <a:schemeClr val="tx1">
                    <a:lumMod val="75000"/>
                    <a:lumOff val="25000"/>
                  </a:schemeClr>
                </a:solidFill>
                <a:latin typeface="Noto Sans Thai" panose="020B0502040504020204" pitchFamily="34" charset="-34"/>
                <a:cs typeface="Noto Sans Thai" panose="020B0502040504020204" pitchFamily="34" charset="-34"/>
              </a:rPr>
              <a:t>และ 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Noto Sans Thai" panose="020B0502040504020204" pitchFamily="34" charset="-34"/>
                <a:cs typeface="Noto Sans Thai" panose="020B0502040504020204" pitchFamily="34" charset="-34"/>
              </a:rPr>
              <a:t>GROUP BY </a:t>
            </a:r>
            <a:r>
              <a:rPr lang="th-TH" sz="1600">
                <a:solidFill>
                  <a:schemeClr val="tx1">
                    <a:lumMod val="75000"/>
                    <a:lumOff val="25000"/>
                  </a:schemeClr>
                </a:solidFill>
                <a:latin typeface="Noto Sans Thai" panose="020B0502040504020204" pitchFamily="34" charset="-34"/>
                <a:cs typeface="Noto Sans Thai" panose="020B0502040504020204" pitchFamily="34" charset="-34"/>
              </a:rPr>
              <a:t>ซึ่งจำเป็นต้องใช้ในการวิเคราะห์ข้อมูล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326D791E-625B-1A5A-8CEE-A472F96DE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FEF-EB9B-4769-8BD8-16668F925D52}" type="slidenum">
              <a:rPr lang="en-US" smtClean="0"/>
              <a:t>4</a:t>
            </a:fld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822825E-6942-A3EB-FB43-1BEC9F935A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2177" y="3245392"/>
            <a:ext cx="5403823" cy="327020"/>
          </a:xfrm>
        </p:spPr>
        <p:txBody>
          <a:bodyPr/>
          <a:lstStyle/>
          <a:p>
            <a:pPr marL="0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th-TH" sz="2000" b="1">
                <a:latin typeface="Noto Sans Thai" panose="020B0502040504020204" pitchFamily="34" charset="-34"/>
                <a:cs typeface="Noto Sans Thai" panose="020B0502040504020204" pitchFamily="34" charset="-34"/>
              </a:rPr>
              <a:t>การลำดับคำสั่งไม่ถูกต้อง</a:t>
            </a:r>
            <a:endParaRPr lang="en-US" sz="2000" b="1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76BE82D7-D173-A3DB-A2C6-FB3C465019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CE67-35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91A79F5-A90D-2BAA-9152-E415706278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2177" y="3572412"/>
            <a:ext cx="5403823" cy="9424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SQL </a:t>
            </a:r>
            <a:r>
              <a:rPr lang="th-TH" sz="1600">
                <a:solidFill>
                  <a:schemeClr val="tx1">
                    <a:lumMod val="75000"/>
                    <a:lumOff val="25000"/>
                  </a:schemeClr>
                </a:solidFill>
              </a:rPr>
              <a:t>มีลำดับคำสั่งที่ต้องปฏิบัติตาม เช่น 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SELECT, FROM, WHERE, GROUP BY, HAVING, ORDER BY</a:t>
            </a:r>
          </a:p>
          <a:p>
            <a:pPr>
              <a:lnSpc>
                <a:spcPct val="150000"/>
              </a:lnSpc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6F506239-DF33-46D7-CDF3-2E2808DF431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92177" y="4912267"/>
            <a:ext cx="5403823" cy="327020"/>
          </a:xfrm>
        </p:spPr>
        <p:txBody>
          <a:bodyPr/>
          <a:lstStyle/>
          <a:p>
            <a:pPr marL="0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th-TH" sz="2000" b="1">
                <a:latin typeface="Noto Sans Thai" panose="020B0502040504020204" pitchFamily="34" charset="-34"/>
                <a:cs typeface="Noto Sans Thai" panose="020B0502040504020204" pitchFamily="34" charset="-34"/>
              </a:rPr>
              <a:t>การฝึกฝนไม่เพียงพอ</a:t>
            </a:r>
            <a:endParaRPr lang="en-US" sz="2000" b="1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5C9CF7C-3024-E2D7-9C21-69D21E5B1BD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2177" y="5239287"/>
            <a:ext cx="5403823" cy="9424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th-TH" sz="1600">
                <a:solidFill>
                  <a:schemeClr val="tx1">
                    <a:lumMod val="75000"/>
                    <a:lumOff val="25000"/>
                  </a:schemeClr>
                </a:solidFill>
              </a:rPr>
              <a:t>การไม่ฝึกฝนและทดลองเขียน 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SQL </a:t>
            </a:r>
            <a:r>
              <a:rPr lang="th-TH" sz="1600">
                <a:solidFill>
                  <a:schemeClr val="tx1">
                    <a:lumMod val="75000"/>
                    <a:lumOff val="25000"/>
                  </a:schemeClr>
                </a:solidFill>
              </a:rPr>
              <a:t>บ่อยๆ อาจทำให้ไม่มีความชำนาญและยากที่จะแก้ไขปัญหา</a:t>
            </a:r>
          </a:p>
        </p:txBody>
      </p:sp>
    </p:spTree>
    <p:extLst>
      <p:ext uri="{BB962C8B-B14F-4D97-AF65-F5344CB8AC3E}">
        <p14:creationId xmlns:p14="http://schemas.microsoft.com/office/powerpoint/2010/main" val="214260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856D0-9B8A-2363-8FF7-959C5BE71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BF6484E-B751-CAF8-DC53-C936F17AC6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26227" y="2383562"/>
            <a:ext cx="5172076" cy="327020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th-TH" sz="2000">
                <a:latin typeface="Noto Sans Thai" panose="020B0502040504020204" pitchFamily="34" charset="-34"/>
                <a:cs typeface="Noto Sans Thai" panose="020B0502040504020204" pitchFamily="34" charset="-34"/>
              </a:rPr>
              <a:t>การทดลองใช้งานคำสั่ง</a:t>
            </a:r>
            <a:endParaRPr lang="en-US" sz="2000" b="1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514DEF3F-84F7-5837-6719-96DB6475C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FEF-EB9B-4769-8BD8-16668F925D52}" type="slidenum">
              <a:rPr lang="en-US" smtClean="0"/>
              <a:t>5</a:t>
            </a:fld>
            <a:endParaRPr lang="en-US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E81941CB-8943-ACC5-6527-D3D4FA9E0BA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CE67-35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CD5761C-57CD-0034-405D-F41D311DA2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26227" y="2652784"/>
            <a:ext cx="5172076" cy="942438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th-TH" sz="1600">
                <a:solidFill>
                  <a:schemeClr val="tx1">
                    <a:lumMod val="75000"/>
                    <a:lumOff val="25000"/>
                  </a:schemeClr>
                </a:solidFill>
                <a:latin typeface="Noto Sans Thai" panose="020B0502040504020204" pitchFamily="34" charset="-34"/>
                <a:cs typeface="Noto Sans Thai" panose="020B0502040504020204" pitchFamily="34" charset="-34"/>
              </a:rPr>
              <a:t>ให้ผู้เรียนสามารถเขียนและทดสอบคำสั่ง 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Noto Sans Thai" panose="020B0502040504020204" pitchFamily="34" charset="-34"/>
                <a:cs typeface="Noto Sans Thai" panose="020B0502040504020204" pitchFamily="34" charset="-34"/>
              </a:rPr>
              <a:t>SQL </a:t>
            </a:r>
            <a:r>
              <a:rPr lang="th-TH" sz="1600">
                <a:solidFill>
                  <a:schemeClr val="tx1">
                    <a:lumMod val="75000"/>
                    <a:lumOff val="25000"/>
                  </a:schemeClr>
                </a:solidFill>
                <a:latin typeface="Noto Sans Thai" panose="020B0502040504020204" pitchFamily="34" charset="-34"/>
                <a:cs typeface="Noto Sans Thai" panose="020B0502040504020204" pitchFamily="34" charset="-34"/>
              </a:rPr>
              <a:t>ในสภาพแวดล้อมที่ 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Noto Sans Thai" panose="020B0502040504020204" pitchFamily="34" charset="-34"/>
                <a:cs typeface="Noto Sans Thai" panose="020B0502040504020204" pitchFamily="34" charset="-34"/>
              </a:rPr>
              <a:t>SQL Tutor </a:t>
            </a:r>
            <a:r>
              <a:rPr lang="th-TH" sz="1600">
                <a:solidFill>
                  <a:schemeClr val="tx1">
                    <a:lumMod val="75000"/>
                    <a:lumOff val="25000"/>
                  </a:schemeClr>
                </a:solidFill>
                <a:latin typeface="Noto Sans Thai" panose="020B0502040504020204" pitchFamily="34" charset="-34"/>
                <a:cs typeface="Noto Sans Thai" panose="020B0502040504020204" pitchFamily="34" charset="-34"/>
              </a:rPr>
              <a:t>เตรียมไว้ให้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1FFEDFB-B6A1-C13E-03D9-834B270EF4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26228" y="1029140"/>
            <a:ext cx="5172076" cy="600076"/>
          </a:xfrm>
        </p:spPr>
        <p:txBody>
          <a:bodyPr/>
          <a:lstStyle/>
          <a:p>
            <a:r>
              <a:rPr lang="th-TH" b="1">
                <a:latin typeface="Noto Sans Thai" panose="020B0502040504020204" pitchFamily="34" charset="-34"/>
                <a:cs typeface="Noto Sans Thai" panose="020B0502040504020204" pitchFamily="34" charset="-34"/>
              </a:rPr>
              <a:t>แนวคิดของ </a:t>
            </a:r>
            <a:r>
              <a:rPr lang="en-US" b="1">
                <a:latin typeface="Noto Sans Thai" panose="020B0502040504020204" pitchFamily="34" charset="-34"/>
                <a:cs typeface="Noto Sans Thai" panose="020B0502040504020204" pitchFamily="34" charset="-34"/>
              </a:rPr>
              <a:t>SQL Tutor</a:t>
            </a:r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1D92DD8-A75F-C787-7F6E-74BA9C11B3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6227" y="3793128"/>
            <a:ext cx="5172076" cy="327020"/>
          </a:xfrm>
        </p:spPr>
        <p:txBody>
          <a:bodyPr/>
          <a:lstStyle/>
          <a:p>
            <a:pPr marL="0" indent="0" algn="l" rtl="0" eaLnBrk="1" latinLnBrk="0" hangingPunct="1">
              <a:lnSpc>
                <a:spcPct val="110000"/>
              </a:lnSpc>
              <a:spcBef>
                <a:spcPts val="1000"/>
              </a:spcBef>
            </a:pPr>
            <a:r>
              <a:rPr lang="th-TH" sz="1800" b="1" kern="1200">
                <a:solidFill>
                  <a:srgbClr val="000000"/>
                </a:solidFill>
                <a:effectLst/>
                <a:latin typeface="Noto Sans Thai" panose="020B0502040504020204" pitchFamily="34" charset="-34"/>
                <a:ea typeface="+mn-ea"/>
                <a:cs typeface="Noto Sans Thai" panose="020B0502040504020204" pitchFamily="34" charset="-34"/>
              </a:rPr>
              <a:t>การเรียนรู้แบบเป็นขั้นตอน</a:t>
            </a:r>
            <a:endParaRPr lang="en-US" sz="2000">
              <a:effectLst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BA85E8A-BE24-D3E9-2256-6C90D55AAEE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26227" y="4062350"/>
            <a:ext cx="5172076" cy="942438"/>
          </a:xfrm>
        </p:spPr>
        <p:txBody>
          <a:bodyPr/>
          <a:lstStyle/>
          <a:p>
            <a:pPr marL="0" indent="0" algn="l" rtl="0" eaLnBrk="1" latinLnBrk="0" hangingPunct="1">
              <a:lnSpc>
                <a:spcPct val="150000"/>
              </a:lnSpc>
              <a:spcBef>
                <a:spcPts val="1000"/>
              </a:spcBef>
            </a:pPr>
            <a:r>
              <a:rPr lang="th-TH" sz="1600" b="0" kern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Thai" panose="020B0502040504020204" pitchFamily="34" charset="-34"/>
                <a:ea typeface="+mn-ea"/>
                <a:cs typeface="Noto Sans Thai" panose="020B0502040504020204" pitchFamily="34" charset="-34"/>
              </a:rPr>
              <a:t>เริ่มการเรียนรู้จากพื้นฐานไปจนถึงระดับสูง ผ่านโจทย์และแบบฝึกหัดที่เพิ่มระดับความยาก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9F3FEB5-A922-B0CC-9443-7C0294CB65B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26227" y="5202694"/>
            <a:ext cx="5172076" cy="327020"/>
          </a:xfrm>
        </p:spPr>
        <p:txBody>
          <a:bodyPr/>
          <a:lstStyle/>
          <a:p>
            <a:pPr marL="0" indent="0" algn="l" rtl="0" eaLnBrk="1" latinLnBrk="0" hangingPunct="1">
              <a:lnSpc>
                <a:spcPct val="110000"/>
              </a:lnSpc>
              <a:spcBef>
                <a:spcPts val="1000"/>
              </a:spcBef>
            </a:pPr>
            <a:r>
              <a:rPr lang="th-TH" sz="1800" b="1" kern="1200" err="1">
                <a:solidFill>
                  <a:srgbClr val="000000"/>
                </a:solidFill>
                <a:effectLst/>
                <a:latin typeface="Noto Sans Thai" panose="020B0502040504020204" pitchFamily="34" charset="-34"/>
                <a:ea typeface="+mn-ea"/>
                <a:cs typeface="Noto Sans Thai" panose="020B0502040504020204" pitchFamily="34" charset="-34"/>
              </a:rPr>
              <a:t>การทำ</a:t>
            </a:r>
            <a:r>
              <a:rPr lang="th-TH" sz="1800" b="1" kern="1200">
                <a:solidFill>
                  <a:srgbClr val="000000"/>
                </a:solidFill>
                <a:effectLst/>
                <a:latin typeface="Noto Sans Thai" panose="020B0502040504020204" pitchFamily="34" charset="-34"/>
                <a:ea typeface="+mn-ea"/>
                <a:cs typeface="Noto Sans Thai" panose="020B0502040504020204" pitchFamily="34" charset="-34"/>
              </a:rPr>
              <a:t>แบบฝึกหัด</a:t>
            </a:r>
            <a:endParaRPr lang="en-US" sz="2000">
              <a:effectLst/>
            </a:endParaRP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ABF6EC3-D899-E8AD-6AF0-E7445687B8B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426227" y="5471913"/>
            <a:ext cx="5172076" cy="942438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th-TH" sz="1600">
                <a:solidFill>
                  <a:schemeClr val="tx1">
                    <a:lumMod val="75000"/>
                    <a:lumOff val="25000"/>
                  </a:schemeClr>
                </a:solidFill>
                <a:latin typeface="Noto Sans Thai" panose="020B0502040504020204" pitchFamily="34" charset="-34"/>
                <a:cs typeface="Noto Sans Thai" panose="020B0502040504020204" pitchFamily="34" charset="-34"/>
              </a:rPr>
              <a:t>มีแบบฝึกหัดที่ช่วยให้ผู้เรียนเข้าใจการใช้คำสั่ง 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Noto Sans Thai" panose="020B0502040504020204" pitchFamily="34" charset="-34"/>
                <a:cs typeface="Noto Sans Thai" panose="020B0502040504020204" pitchFamily="34" charset="-34"/>
              </a:rPr>
              <a:t>SQL </a:t>
            </a:r>
            <a:r>
              <a:rPr lang="th-TH" sz="1600">
                <a:solidFill>
                  <a:schemeClr val="tx1">
                    <a:lumMod val="75000"/>
                    <a:lumOff val="25000"/>
                  </a:schemeClr>
                </a:solidFill>
                <a:latin typeface="Noto Sans Thai" panose="020B0502040504020204" pitchFamily="34" charset="-34"/>
                <a:cs typeface="Noto Sans Thai" panose="020B0502040504020204" pitchFamily="34" charset="-34"/>
              </a:rPr>
              <a:t>ในสถานการณ์ต่าง ๆ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4" name="Text Placeholder 22">
            <a:extLst>
              <a:ext uri="{FF2B5EF4-FFF2-40B4-BE49-F238E27FC236}">
                <a16:creationId xmlns:a16="http://schemas.microsoft.com/office/drawing/2014/main" id="{CCCEF0AE-491F-4096-CAB9-6EB6C5DDF342}"/>
              </a:ext>
            </a:extLst>
          </p:cNvPr>
          <p:cNvSpPr txBox="1">
            <a:spLocks/>
          </p:cNvSpPr>
          <p:nvPr/>
        </p:nvSpPr>
        <p:spPr>
          <a:xfrm>
            <a:off x="6426227" y="1476894"/>
            <a:ext cx="5172076" cy="9424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Noto Sans Thai" panose="020B0502040504020204" pitchFamily="34" charset="-34"/>
                <a:cs typeface="Noto Sans Thai" panose="020B0502040504020204" pitchFamily="34" charset="-34"/>
              </a:rPr>
              <a:t>SQL Tutor </a:t>
            </a:r>
            <a:r>
              <a:rPr lang="th-TH" sz="1600">
                <a:solidFill>
                  <a:schemeClr val="tx1">
                    <a:lumMod val="75000"/>
                    <a:lumOff val="25000"/>
                  </a:schemeClr>
                </a:solidFill>
                <a:latin typeface="Noto Sans Thai" panose="020B0502040504020204" pitchFamily="34" charset="-34"/>
                <a:cs typeface="Noto Sans Thai" panose="020B0502040504020204" pitchFamily="34" charset="-34"/>
              </a:rPr>
              <a:t>เป็นระบบการเรียนรู้ที่ออกแบบมาเพื่อช่วยผู้เริ่มต้นในการเรียนรู้ 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Noto Sans Thai" panose="020B0502040504020204" pitchFamily="34" charset="-34"/>
                <a:cs typeface="Noto Sans Thai" panose="020B0502040504020204" pitchFamily="34" charset="-34"/>
              </a:rPr>
              <a:t>SQL </a:t>
            </a:r>
            <a:r>
              <a:rPr lang="th-TH" sz="1600">
                <a:solidFill>
                  <a:schemeClr val="tx1">
                    <a:lumMod val="75000"/>
                    <a:lumOff val="25000"/>
                  </a:schemeClr>
                </a:solidFill>
                <a:latin typeface="Noto Sans Thai" panose="020B0502040504020204" pitchFamily="34" charset="-34"/>
                <a:cs typeface="Noto Sans Thai" panose="020B0502040504020204" pitchFamily="34" charset="-34"/>
              </a:rPr>
              <a:t>ผ่านการฝึกฝนและคำแนะนำที่เหมาะสม เช่น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D24A477-D631-6FF4-89E4-282336230E29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-195707" y="1112774"/>
            <a:ext cx="7081140" cy="463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304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55B21-8977-1656-0D66-5FB3EED0B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th-TH" noProof="0" smtClean="0"/>
              <a:t>6</a:t>
            </a:fld>
            <a:endParaRPr lang="th-TH" noProof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2D39B42-A0AF-8B35-3BD2-A8A67C272EC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CE67-35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40C4E45-8432-4500-9FC2-E0DD79D721E6}"/>
              </a:ext>
            </a:extLst>
          </p:cNvPr>
          <p:cNvGrpSpPr/>
          <p:nvPr/>
        </p:nvGrpSpPr>
        <p:grpSpPr>
          <a:xfrm>
            <a:off x="2565797" y="4980468"/>
            <a:ext cx="7060405" cy="953874"/>
            <a:chOff x="3559969" y="4953546"/>
            <a:chExt cx="7060405" cy="953874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8AF9EFF-861F-6CE2-67AE-349017FB9C48}"/>
                </a:ext>
              </a:extLst>
            </p:cNvPr>
            <p:cNvGrpSpPr/>
            <p:nvPr/>
          </p:nvGrpSpPr>
          <p:grpSpPr>
            <a:xfrm>
              <a:off x="4524374" y="4953546"/>
              <a:ext cx="6096000" cy="953874"/>
              <a:chOff x="4086225" y="1482066"/>
              <a:chExt cx="6096000" cy="953874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594C6E-58A1-DFEB-7883-75697E87C000}"/>
                  </a:ext>
                </a:extLst>
              </p:cNvPr>
              <p:cNvSpPr txBox="1"/>
              <p:nvPr/>
            </p:nvSpPr>
            <p:spPr>
              <a:xfrm>
                <a:off x="4086225" y="1789609"/>
                <a:ext cx="6096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noProof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Thai" panose="020B0502040504020204" pitchFamily="34" charset="-34"/>
                    <a:cs typeface="Noto Sans Thai" panose="020B0502040504020204" pitchFamily="34" charset="-34"/>
                  </a:rPr>
                  <a:t>ตอบสนองความต้องการของภาคอุตสาหกรรมที่ต้องการผู้มีความรู้ความสามารถด้าน SQL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88F57B-527C-7CE8-8AE6-50AB48BB1402}"/>
                  </a:ext>
                </a:extLst>
              </p:cNvPr>
              <p:cNvSpPr txBox="1"/>
              <p:nvPr/>
            </p:nvSpPr>
            <p:spPr>
              <a:xfrm>
                <a:off x="4086225" y="1482066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b="1" noProof="0">
                    <a:latin typeface="Noto Sans Thai" panose="020B0502040504020204" pitchFamily="34" charset="-34"/>
                    <a:cs typeface="Noto Sans Thai" panose="020B0502040504020204" pitchFamily="34" charset="-34"/>
                  </a:rPr>
                  <a:t>ยกระดับทักษะ SQL ของผู้เรียน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8866DD6-E2F1-3DD9-83B0-904A81AE7791}"/>
                </a:ext>
              </a:extLst>
            </p:cNvPr>
            <p:cNvSpPr txBox="1"/>
            <p:nvPr/>
          </p:nvSpPr>
          <p:spPr>
            <a:xfrm>
              <a:off x="3559969" y="5076540"/>
              <a:ext cx="76438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h-TH" sz="4000" b="1" noProof="0">
                  <a:latin typeface="Noto Sans Thai" panose="020B0502040504020204" pitchFamily="34" charset="-34"/>
                  <a:cs typeface="Noto Sans Thai" panose="020B0502040504020204" pitchFamily="34" charset="-34"/>
                </a:rPr>
                <a:t>03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2013235-2440-0714-420A-ED85D9C31E88}"/>
              </a:ext>
            </a:extLst>
          </p:cNvPr>
          <p:cNvGrpSpPr/>
          <p:nvPr/>
        </p:nvGrpSpPr>
        <p:grpSpPr>
          <a:xfrm>
            <a:off x="2565797" y="1695406"/>
            <a:ext cx="7060405" cy="1022022"/>
            <a:chOff x="3559969" y="1316915"/>
            <a:chExt cx="7060405" cy="102202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BA11C64-F331-4A46-4681-5830B6C08126}"/>
                </a:ext>
              </a:extLst>
            </p:cNvPr>
            <p:cNvGrpSpPr/>
            <p:nvPr/>
          </p:nvGrpSpPr>
          <p:grpSpPr>
            <a:xfrm>
              <a:off x="4524374" y="1316915"/>
              <a:ext cx="6096000" cy="1022022"/>
              <a:chOff x="3047999" y="3392596"/>
              <a:chExt cx="6096000" cy="102202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AF0300-368C-3B1B-4C0A-2BC7463C69DA}"/>
                  </a:ext>
                </a:extLst>
              </p:cNvPr>
              <p:cNvSpPr txBox="1"/>
              <p:nvPr/>
            </p:nvSpPr>
            <p:spPr>
              <a:xfrm>
                <a:off x="3047999" y="3768287"/>
                <a:ext cx="6096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noProof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Thai" panose="020B0502040504020204" pitchFamily="34" charset="-34"/>
                    <a:cs typeface="Noto Sans Thai" panose="020B0502040504020204" pitchFamily="34" charset="-34"/>
                  </a:rPr>
                  <a:t>พัฒนาเว็บไซต์ที่ผู้เรียนสามารถเข้าถึงเนื้อหา และฝึกทักษะ SQL ได้อย่างสะดวก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51C578C-1559-C963-0E5E-96ACE497DDC0}"/>
                  </a:ext>
                </a:extLst>
              </p:cNvPr>
              <p:cNvSpPr txBox="1"/>
              <p:nvPr/>
            </p:nvSpPr>
            <p:spPr>
              <a:xfrm>
                <a:off x="3047999" y="3392596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b="1" noProof="0">
                    <a:latin typeface="Noto Sans Thai" panose="020B0502040504020204" pitchFamily="34" charset="-34"/>
                    <a:cs typeface="Noto Sans Thai" panose="020B0502040504020204" pitchFamily="34" charset="-34"/>
                  </a:rPr>
                  <a:t>สร้างแพลตฟอร์มการเรียนรู้ SQL ที่เข้าถึงได้ทุกที่ทุกเวลา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6FD93F9-72F2-F05E-DF5D-E908DF38CC9A}"/>
                </a:ext>
              </a:extLst>
            </p:cNvPr>
            <p:cNvSpPr txBox="1"/>
            <p:nvPr/>
          </p:nvSpPr>
          <p:spPr>
            <a:xfrm>
              <a:off x="3559969" y="1473983"/>
              <a:ext cx="76438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h-TH" sz="4000" b="1" noProof="0">
                  <a:latin typeface="Noto Sans Thai" panose="020B0502040504020204" pitchFamily="34" charset="-34"/>
                  <a:cs typeface="Noto Sans Thai" panose="020B0502040504020204" pitchFamily="34" charset="-34"/>
                </a:rPr>
                <a:t>01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25E9C73-C92A-1A6F-595E-8194DEEFC3B3}"/>
              </a:ext>
            </a:extLst>
          </p:cNvPr>
          <p:cNvGrpSpPr/>
          <p:nvPr/>
        </p:nvGrpSpPr>
        <p:grpSpPr>
          <a:xfrm>
            <a:off x="2565797" y="3348852"/>
            <a:ext cx="7060405" cy="1000191"/>
            <a:chOff x="3559969" y="3146146"/>
            <a:chExt cx="7060405" cy="100019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F45A190-5AF5-C97D-0DA8-97D1F7425EF0}"/>
                </a:ext>
              </a:extLst>
            </p:cNvPr>
            <p:cNvGrpSpPr/>
            <p:nvPr/>
          </p:nvGrpSpPr>
          <p:grpSpPr>
            <a:xfrm>
              <a:off x="4524374" y="3146146"/>
              <a:ext cx="6096000" cy="1000191"/>
              <a:chOff x="3914774" y="5356158"/>
              <a:chExt cx="6096000" cy="1000191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6BF41F-C91B-158D-15E1-C320227EDA9F}"/>
                  </a:ext>
                </a:extLst>
              </p:cNvPr>
              <p:cNvSpPr txBox="1"/>
              <p:nvPr/>
            </p:nvSpPr>
            <p:spPr>
              <a:xfrm>
                <a:off x="3914774" y="5710018"/>
                <a:ext cx="6096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noProof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Thai" panose="020B0502040504020204" pitchFamily="34" charset="-34"/>
                    <a:cs typeface="Noto Sans Thai" panose="020B0502040504020204" pitchFamily="34" charset="-34"/>
                  </a:rPr>
                  <a:t>ส่งเสริมให้ผู้เรียนมีความสามารถในการใช้ภาษา SQL ได้อย่างมีประสิทธิภาพมากขึ้น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E5DEB6-BE08-9FE6-164F-2F79F4DA6CB4}"/>
                  </a:ext>
                </a:extLst>
              </p:cNvPr>
              <p:cNvSpPr txBox="1"/>
              <p:nvPr/>
            </p:nvSpPr>
            <p:spPr>
              <a:xfrm>
                <a:off x="3914774" y="535615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h-TH" b="1" noProof="0">
                    <a:latin typeface="Noto Sans Thai" panose="020B0502040504020204" pitchFamily="34" charset="-34"/>
                    <a:cs typeface="Noto Sans Thai" panose="020B0502040504020204" pitchFamily="34" charset="-34"/>
                  </a:rPr>
                  <a:t>สนับสนุนการพัฒนาบุคลากรด้าน SQL สำหรับอุตสาหกรรม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1772EEB-B6BC-4B03-C2E8-B3C47A37B9D2}"/>
                </a:ext>
              </a:extLst>
            </p:cNvPr>
            <p:cNvSpPr txBox="1"/>
            <p:nvPr/>
          </p:nvSpPr>
          <p:spPr>
            <a:xfrm>
              <a:off x="3559969" y="3292298"/>
              <a:ext cx="76438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th-TH" sz="4000" b="1" noProof="0">
                  <a:latin typeface="Noto Sans Thai" panose="020B0502040504020204" pitchFamily="34" charset="-34"/>
                  <a:cs typeface="Noto Sans Thai" panose="020B0502040504020204" pitchFamily="34" charset="-34"/>
                </a:rPr>
                <a:t>02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8D3D5121-E339-6D92-BEA0-580E8C59BFA7}"/>
              </a:ext>
            </a:extLst>
          </p:cNvPr>
          <p:cNvSpPr txBox="1"/>
          <p:nvPr/>
        </p:nvSpPr>
        <p:spPr>
          <a:xfrm>
            <a:off x="3048000" y="63366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h-TH" sz="4000" b="1" i="0" noProof="0">
                <a:solidFill>
                  <a:srgbClr val="000000"/>
                </a:solidFill>
                <a:effectLst/>
                <a:latin typeface="Noto Sans Thai" panose="020B0502040504020204" pitchFamily="34" charset="-34"/>
                <a:cs typeface="Noto Sans Thai" panose="020B0502040504020204" pitchFamily="34" charset="-34"/>
              </a:rPr>
              <a:t>วัตถุประสงค์ของโครงงาน</a:t>
            </a:r>
            <a:endParaRPr lang="th-TH" sz="4000" noProof="0"/>
          </a:p>
        </p:txBody>
      </p:sp>
    </p:spTree>
    <p:extLst>
      <p:ext uri="{BB962C8B-B14F-4D97-AF65-F5344CB8AC3E}">
        <p14:creationId xmlns:p14="http://schemas.microsoft.com/office/powerpoint/2010/main" val="3999439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6BD0F-0697-EC61-2C88-B9F251F9C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A363E95-C7BE-EFCE-215C-EFCD5FC9A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i="0">
                <a:solidFill>
                  <a:srgbClr val="000000"/>
                </a:solidFill>
                <a:effectLst/>
                <a:latin typeface="Noto Sans Thai" panose="020B0502040504020204" pitchFamily="34" charset="-34"/>
                <a:cs typeface="Noto Sans Thai" panose="020B0502040504020204" pitchFamily="34" charset="-34"/>
              </a:rPr>
              <a:t>ภาพรวมและการทำงานของระบบ</a:t>
            </a:r>
            <a:endParaRPr lang="en-US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973C9E-3C78-9E1C-46BB-BF35273FF4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th-TH"/>
              <a:t>02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B31ED-A5FA-5698-583D-83AEC703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CC9A3FEF-EB9B-4769-8BD8-16668F925D52}" type="slidenum">
              <a:rPr lang="en-US" smtClean="0"/>
              <a:pPr algn="ctr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485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9518CA-F837-60EE-A73D-78E5DF282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FEF-EB9B-4769-8BD8-16668F925D52}" type="slidenum">
              <a:rPr lang="en-US" smtClean="0"/>
              <a:t>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2E8964-BC24-F5FF-53D6-9E99D0EC8B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CE67-35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0F953-B35A-7BF6-8122-8448F7F88D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 flipH="1">
            <a:off x="1511327" y="5321681"/>
            <a:ext cx="3613122" cy="600076"/>
          </a:xfrm>
        </p:spPr>
        <p:txBody>
          <a:bodyPr/>
          <a:lstStyle/>
          <a:p>
            <a:r>
              <a:rPr lang="th-TH"/>
              <a:t>ผู้สร้างบทเรียน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0DDACC-EEFA-2F81-2465-125ABD7AB65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 flipH="1">
            <a:off x="7089831" y="5321681"/>
            <a:ext cx="3613122" cy="600076"/>
          </a:xfrm>
        </p:spPr>
        <p:txBody>
          <a:bodyPr/>
          <a:lstStyle/>
          <a:p>
            <a:r>
              <a:rPr lang="th-TH"/>
              <a:t>ผู้เรียน</a:t>
            </a:r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D6A08D4-FBA9-F699-BC05-1A09633CACB8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145" y="1236281"/>
            <a:ext cx="4385436" cy="4385438"/>
          </a:xfrm>
        </p:spPr>
      </p:pic>
      <p:pic>
        <p:nvPicPr>
          <p:cNvPr id="14" name="Content Placeholder 13" descr="A person looking at a computer&#10;&#10;AI-generated content may be incorrect.">
            <a:extLst>
              <a:ext uri="{FF2B5EF4-FFF2-40B4-BE49-F238E27FC236}">
                <a16:creationId xmlns:a16="http://schemas.microsoft.com/office/drawing/2014/main" id="{DCFEA605-D71E-6A0A-8A55-A87C57D96CCB}"/>
              </a:ext>
            </a:extLst>
          </p:cNvPr>
          <p:cNvPicPr>
            <a:picLocks noGrp="1" noChangeAspect="1"/>
          </p:cNvPicPr>
          <p:nvPr>
            <p:ph sz="quarter" idx="2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3633" y="1236281"/>
            <a:ext cx="4385436" cy="4385438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F3410F1-7CAF-3FC9-1C10-4664A35B0ED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sz="2400" b="1">
                <a:solidFill>
                  <a:srgbClr val="00000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SQL TUTOR</a:t>
            </a:r>
            <a:br>
              <a:rPr lang="th-TH" sz="4400"/>
            </a:br>
            <a:r>
              <a:rPr lang="th-TH" sz="4400"/>
              <a:t>บทบาท</a:t>
            </a:r>
            <a:endParaRPr lang="en-US" sz="4400"/>
          </a:p>
        </p:txBody>
      </p:sp>
    </p:spTree>
    <p:extLst>
      <p:ext uri="{BB962C8B-B14F-4D97-AF65-F5344CB8AC3E}">
        <p14:creationId xmlns:p14="http://schemas.microsoft.com/office/powerpoint/2010/main" val="2142188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CB1F1F-8392-A977-15AB-A53CC7CEB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FEF-EB9B-4769-8BD8-16668F925D52}" type="slidenum">
              <a:rPr lang="en-US" smtClean="0"/>
              <a:t>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825042-0B7A-8628-534A-3D39E31723D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CE67-35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F8568B-7792-6EDA-8539-9CD50005AD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 flipH="1">
            <a:off x="2244752" y="982154"/>
            <a:ext cx="3613122" cy="600076"/>
          </a:xfrm>
        </p:spPr>
        <p:txBody>
          <a:bodyPr/>
          <a:lstStyle/>
          <a:p>
            <a:r>
              <a:rPr lang="th-TH"/>
              <a:t>ผู้สร้างบทเรียน</a:t>
            </a:r>
            <a:endParaRPr lang="en-US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9A32E2E7-7348-703F-2195-4357BD1F4727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1428370" y="1212470"/>
            <a:ext cx="5299836" cy="5299836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805B930-3756-F90B-232C-8CE5046E9BE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93665" y="2600198"/>
            <a:ext cx="5038061" cy="32702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h-TH"/>
              <a:t>สร้างและจัดการหัวข้อหลัก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91BB9AE-1F94-F8A1-DFD2-6B501B05EF4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93665" y="3246840"/>
            <a:ext cx="5038061" cy="32702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h-TH"/>
              <a:t>สร้างและจัดการหัวข้อย่อย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44F64C9-A78A-66C9-E556-5ABC9327195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293665" y="3893482"/>
            <a:ext cx="5038061" cy="32702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h-TH"/>
              <a:t>จัดการเนื้อหา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B0CA51B-B272-DCE6-96E6-96A9976D3EF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293665" y="4540124"/>
            <a:ext cx="5038061" cy="32702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h-TH"/>
              <a:t>ตรวจสอบผลการทดสอบ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B966EB8-2972-2BB0-6633-FE6CD934F5F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293665" y="5186766"/>
            <a:ext cx="5038061" cy="32702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h-TH"/>
              <a:t>ดูแลกระดานสนทนา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C6A57A5-4C6E-18FD-65E9-D9F775B41A9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 flipH="1">
            <a:off x="6927904" y="1823402"/>
            <a:ext cx="5403823" cy="600076"/>
          </a:xfrm>
        </p:spPr>
        <p:txBody>
          <a:bodyPr/>
          <a:lstStyle/>
          <a:p>
            <a:r>
              <a:rPr lang="th-TH"/>
              <a:t>สิ่งที่สามารถทำได้</a:t>
            </a:r>
          </a:p>
        </p:txBody>
      </p:sp>
    </p:spTree>
    <p:extLst>
      <p:ext uri="{BB962C8B-B14F-4D97-AF65-F5344CB8AC3E}">
        <p14:creationId xmlns:p14="http://schemas.microsoft.com/office/powerpoint/2010/main" val="701999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DADD9-E6B6-4B76-6740-FBE5BB14C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41BD2C-DD65-22D0-2EAF-C3A4A1615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FEF-EB9B-4769-8BD8-16668F925D52}" type="slidenum">
              <a:rPr lang="en-US" smtClean="0"/>
              <a:t>10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31B16-BBF4-418B-E8D7-2E62200B5E3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CE67-35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C0C90-1080-8D75-D1F1-0E75704B8A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 flipH="1">
            <a:off x="2105025" y="982154"/>
            <a:ext cx="3613122" cy="600076"/>
          </a:xfrm>
        </p:spPr>
        <p:txBody>
          <a:bodyPr/>
          <a:lstStyle/>
          <a:p>
            <a:r>
              <a:rPr lang="th-TH"/>
              <a:t>ผู้เรียน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2B5420-2A5B-872E-F6EB-98CA3C1346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153938" y="2600198"/>
            <a:ext cx="5038061" cy="32702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h-TH"/>
              <a:t>ศึกษาเนื้อหาบทเรียน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325FD7-2C5F-ADD2-5937-83280C5B9C3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3938" y="3246840"/>
            <a:ext cx="5038061" cy="32702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h-TH"/>
              <a:t>ทำแบบทดสอบ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19A41A-5B8E-4B85-EEA1-1A479487727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153938" y="3893482"/>
            <a:ext cx="5038061" cy="32702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h-TH"/>
              <a:t>รันคำสั่ง </a:t>
            </a:r>
            <a:r>
              <a:rPr lang="en-US"/>
              <a:t>SQL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B743D30-766B-AF9C-3B86-B41DECC696E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153938" y="4540124"/>
            <a:ext cx="5038061" cy="32702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h-TH"/>
              <a:t>สร้างโพสต์และคอมเมนต์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7344FE9-8082-22F2-F030-8D852389207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153938" y="5186766"/>
            <a:ext cx="5038061" cy="32702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h-TH"/>
              <a:t>จัดการข้อมูลส่วนตัว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BAA9DD8-4C7A-3EC2-5B94-CD230360B8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 flipH="1">
            <a:off x="6788177" y="1823402"/>
            <a:ext cx="5403823" cy="600076"/>
          </a:xfrm>
        </p:spPr>
        <p:txBody>
          <a:bodyPr/>
          <a:lstStyle/>
          <a:p>
            <a:r>
              <a:rPr lang="th-TH"/>
              <a:t>สิ่งที่สามารถทำได้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C461CDC6-E2FA-6605-675F-38560A4BF640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1281278" y="1205104"/>
            <a:ext cx="5314566" cy="531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43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6A9F2CF-CA12-CDF1-5E00-8DC2FAB7050A}"/>
              </a:ext>
            </a:extLst>
          </p:cNvPr>
          <p:cNvSpPr txBox="1"/>
          <p:nvPr/>
        </p:nvSpPr>
        <p:spPr>
          <a:xfrm>
            <a:off x="1012147" y="1221295"/>
            <a:ext cx="10167706" cy="49398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2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>
                <a:latin typeface="Noto Sans Thai" panose="020B0502040504020204" pitchFamily="34" charset="-34"/>
                <a:ea typeface="+mn-lt"/>
                <a:cs typeface="Noto Sans Thai"/>
              </a:rPr>
              <a:t>Basic SELECT command</a:t>
            </a:r>
            <a:endParaRPr lang="en-US" sz="2000" b="1">
              <a:latin typeface="Noto Sans Thai" panose="020B0502040504020204" pitchFamily="34" charset="-34"/>
              <a:cs typeface="Noto Sans Thai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>
                <a:latin typeface="Noto Sans Thai" panose="020B0502040504020204" pitchFamily="34" charset="-34"/>
                <a:ea typeface="+mn-lt"/>
                <a:cs typeface="Noto Sans Thai"/>
              </a:rPr>
              <a:t>Logical Operators</a:t>
            </a:r>
            <a:endParaRPr lang="en-US" sz="2000" b="1">
              <a:latin typeface="Noto Sans Thai" panose="020B0502040504020204" pitchFamily="34" charset="-34"/>
              <a:cs typeface="Noto Sans Thai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>
                <a:latin typeface="Noto Sans Thai" panose="020B0502040504020204" pitchFamily="34" charset="-34"/>
                <a:ea typeface="+mn-lt"/>
                <a:cs typeface="Noto Sans Thai"/>
              </a:rPr>
              <a:t>SELECT and ORDER BY</a:t>
            </a:r>
            <a:endParaRPr lang="en-US" sz="2000" b="1">
              <a:latin typeface="Noto Sans Thai" panose="020B0502040504020204" pitchFamily="34" charset="-34"/>
              <a:cs typeface="Noto Sans Thai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>
                <a:latin typeface="Noto Sans Thai" panose="020B0502040504020204" pitchFamily="34" charset="-34"/>
                <a:ea typeface="+mn-lt"/>
                <a:cs typeface="Noto Sans Thai"/>
              </a:rPr>
              <a:t>SELECT DISTINCT</a:t>
            </a:r>
            <a:endParaRPr lang="en-US" sz="2000" b="1">
              <a:latin typeface="Noto Sans Thai" panose="020B0502040504020204" pitchFamily="34" charset="-34"/>
              <a:cs typeface="Noto Sans Thai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>
                <a:latin typeface="Noto Sans Thai" panose="020B0502040504020204" pitchFamily="34" charset="-34"/>
                <a:ea typeface="+mn-lt"/>
                <a:cs typeface="Noto Sans Thai"/>
              </a:rPr>
              <a:t>Build-in Functions</a:t>
            </a:r>
            <a:endParaRPr lang="en-US" sz="2000" b="1">
              <a:latin typeface="Noto Sans Thai" panose="020B0502040504020204" pitchFamily="34" charset="-34"/>
              <a:cs typeface="Noto Sans Thai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>
                <a:latin typeface="Noto Sans Thai" panose="020B0502040504020204" pitchFamily="34" charset="-34"/>
                <a:ea typeface="+mn-lt"/>
                <a:cs typeface="Noto Sans Thai"/>
              </a:rPr>
              <a:t>Calculations</a:t>
            </a:r>
            <a:endParaRPr lang="en-US" sz="2000" b="1">
              <a:latin typeface="Noto Sans Thai" panose="020B0502040504020204" pitchFamily="34" charset="-34"/>
              <a:cs typeface="Noto Sans Thai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>
                <a:latin typeface="Noto Sans Thai" panose="020B0502040504020204" pitchFamily="34" charset="-34"/>
                <a:ea typeface="+mn-lt"/>
                <a:cs typeface="Noto Sans Thai"/>
              </a:rPr>
              <a:t>Grouping DATA</a:t>
            </a:r>
            <a:br>
              <a:rPr lang="en-US" sz="2000" b="1">
                <a:latin typeface="Noto Sans Thai" panose="020B0502040504020204" pitchFamily="34" charset="-34"/>
                <a:ea typeface="+mn-lt"/>
                <a:cs typeface="Noto Sans Thai"/>
              </a:rPr>
            </a:br>
            <a:endParaRPr lang="en-US" sz="2000" b="1">
              <a:latin typeface="Noto Sans Thai" panose="020B0502040504020204" pitchFamily="34" charset="-34"/>
              <a:cs typeface="Noto Sans Thai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>
                <a:latin typeface="Noto Sans Thai" panose="020B0502040504020204" pitchFamily="34" charset="-34"/>
                <a:ea typeface="+mn-lt"/>
                <a:cs typeface="Noto Sans Thai"/>
              </a:rPr>
              <a:t>Selecting DATA from Multiple Tables</a:t>
            </a:r>
            <a:endParaRPr lang="en-US" sz="2000" b="1">
              <a:latin typeface="Noto Sans Thai" panose="020B0502040504020204" pitchFamily="34" charset="-34"/>
              <a:cs typeface="Noto Sans Thai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>
                <a:latin typeface="Noto Sans Thai" panose="020B0502040504020204" pitchFamily="34" charset="-34"/>
                <a:ea typeface="+mn-lt"/>
                <a:cs typeface="Noto Sans Thai"/>
              </a:rPr>
              <a:t>Subqueries</a:t>
            </a:r>
            <a:endParaRPr lang="en-US" sz="2000" b="1">
              <a:latin typeface="Noto Sans Thai" panose="020B0502040504020204" pitchFamily="34" charset="-34"/>
              <a:cs typeface="Noto Sans Thai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>
                <a:latin typeface="Noto Sans Thai" panose="020B0502040504020204" pitchFamily="34" charset="-34"/>
                <a:ea typeface="+mn-lt"/>
                <a:cs typeface="Noto Sans Thai"/>
              </a:rPr>
              <a:t>Data Manipulation</a:t>
            </a:r>
            <a:endParaRPr lang="en-US" sz="2000" b="1">
              <a:latin typeface="Noto Sans Thai" panose="020B0502040504020204" pitchFamily="34" charset="-34"/>
              <a:cs typeface="Noto Sans Thai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>
                <a:latin typeface="Noto Sans Thai" panose="020B0502040504020204" pitchFamily="34" charset="-34"/>
                <a:ea typeface="+mn-lt"/>
                <a:cs typeface="Noto Sans Thai"/>
              </a:rPr>
              <a:t>Table Definitions</a:t>
            </a:r>
            <a:endParaRPr lang="en-US" sz="2000" b="1">
              <a:latin typeface="Noto Sans Thai" panose="020B0502040504020204" pitchFamily="34" charset="-34"/>
              <a:cs typeface="Noto Sans Thai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>
                <a:latin typeface="Noto Sans Thai" panose="020B0502040504020204" pitchFamily="34" charset="-34"/>
                <a:ea typeface="+mn-lt"/>
                <a:cs typeface="Noto Sans Thai"/>
              </a:rPr>
              <a:t>Updating Table Structure</a:t>
            </a:r>
            <a:endParaRPr lang="en-US" sz="2000" b="1">
              <a:latin typeface="Noto Sans Thai" panose="020B0502040504020204" pitchFamily="34" charset="-34"/>
              <a:cs typeface="Noto Sans Thai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>
                <a:latin typeface="Noto Sans Thai" panose="020B0502040504020204" pitchFamily="34" charset="-34"/>
                <a:ea typeface="+mn-lt"/>
                <a:cs typeface="Noto Sans Thai"/>
              </a:rPr>
              <a:t>Views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9181FB-3814-F6A7-F089-24D8B2A8E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072" y="457707"/>
            <a:ext cx="8040032" cy="901700"/>
          </a:xfrm>
        </p:spPr>
        <p:txBody>
          <a:bodyPr>
            <a:normAutofit/>
          </a:bodyPr>
          <a:lstStyle/>
          <a:p>
            <a:r>
              <a:rPr lang="en-US"/>
              <a:t>Content </a:t>
            </a:r>
            <a:r>
              <a:rPr lang="th-TH"/>
              <a:t>ที่ใช้ในการสอน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DAEC0-9BCF-8D42-85F1-E6A94F9A7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11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B876E21-494F-18BC-E7A2-26F3C2377BF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CE67-35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4502171-4EE9-2504-FD47-46A14ECE0557}"/>
              </a:ext>
            </a:extLst>
          </p:cNvPr>
          <p:cNvSpPr txBox="1">
            <a:spLocks/>
          </p:cNvSpPr>
          <p:nvPr/>
        </p:nvSpPr>
        <p:spPr>
          <a:xfrm>
            <a:off x="1319212" y="448581"/>
            <a:ext cx="9553573" cy="7635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1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AED758-056D-8407-5F77-A0C11A7DC50C}"/>
              </a:ext>
            </a:extLst>
          </p:cNvPr>
          <p:cNvSpPr txBox="1"/>
          <p:nvPr/>
        </p:nvSpPr>
        <p:spPr>
          <a:xfrm>
            <a:off x="5479320" y="5283082"/>
            <a:ext cx="5588730" cy="70724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2000" b="1" err="1">
                <a:solidFill>
                  <a:srgbClr val="002060"/>
                </a:solidFill>
                <a:latin typeface="Noto Sans Thai" panose="020B0502040504020204" pitchFamily="34" charset="-34"/>
                <a:cs typeface="Noto Sans Thai"/>
              </a:rPr>
              <a:t>รวมทั้งหมด</a:t>
            </a:r>
            <a:r>
              <a:rPr lang="en-US" sz="2000" b="1">
                <a:solidFill>
                  <a:srgbClr val="002060"/>
                </a:solidFill>
                <a:latin typeface="Noto Sans Thai" panose="020B0502040504020204" pitchFamily="34" charset="-34"/>
                <a:cs typeface="Noto Sans Thai"/>
              </a:rPr>
              <a:t> : 40 lesson, 27 Quiz, 10 Exam</a:t>
            </a:r>
            <a:endParaRPr lang="en-US" sz="2000" b="1">
              <a:solidFill>
                <a:srgbClr val="002060"/>
              </a:solidFill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52396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93843-9541-2212-A361-1DFE1020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D2CA7E-7B0A-3CCB-D5FE-31DB357D195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CE67-35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4BA23F-9790-0C3E-AE10-AC5416B2ECA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68389" y="1020763"/>
            <a:ext cx="4918012" cy="1047750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b="1">
                <a:latin typeface="Noto Sans Thai" panose="020B0502040504020204" pitchFamily="34" charset="-34"/>
                <a:cs typeface="Noto Sans Thai" panose="020B0502040504020204" pitchFamily="34" charset="-34"/>
              </a:rPr>
              <a:t>Database</a:t>
            </a:r>
            <a:br>
              <a:rPr lang="th-TH" b="1">
                <a:latin typeface="Noto Sans Thai" panose="020B0502040504020204" pitchFamily="34" charset="-34"/>
                <a:cs typeface="Noto Sans Thai" panose="020B0502040504020204" pitchFamily="34" charset="-34"/>
              </a:rPr>
            </a:br>
            <a:r>
              <a:rPr lang="th-TH" b="1">
                <a:latin typeface="Noto Sans Thai" panose="020B0502040504020204" pitchFamily="34" charset="-34"/>
                <a:cs typeface="Noto Sans Thai" panose="020B0502040504020204" pitchFamily="34" charset="-34"/>
              </a:rPr>
              <a:t>ที่ใช้ในการฝึกทำโจทย์</a:t>
            </a:r>
            <a:endParaRPr lang="en-US" b="1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334CC7-B93D-08A3-7F77-2967E905A4B7}"/>
              </a:ext>
            </a:extLst>
          </p:cNvPr>
          <p:cNvGrpSpPr/>
          <p:nvPr/>
        </p:nvGrpSpPr>
        <p:grpSpPr>
          <a:xfrm>
            <a:off x="57931" y="1975104"/>
            <a:ext cx="5938928" cy="4418534"/>
            <a:chOff x="0" y="1909763"/>
            <a:chExt cx="5401731" cy="4018863"/>
          </a:xfrm>
        </p:grpSpPr>
        <p:pic>
          <p:nvPicPr>
            <p:cNvPr id="8" name="Graphic 7" descr="Classroom with whiteboard and books">
              <a:extLst>
                <a:ext uri="{FF2B5EF4-FFF2-40B4-BE49-F238E27FC236}">
                  <a16:creationId xmlns:a16="http://schemas.microsoft.com/office/drawing/2014/main" id="{ABDDFD34-D515-62F8-B13B-3DA3417BC3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1909763"/>
              <a:ext cx="5401731" cy="3038474"/>
            </a:xfrm>
            <a:prstGeom prst="rect">
              <a:avLst/>
            </a:prstGeom>
          </p:spPr>
        </p:pic>
        <p:pic>
          <p:nvPicPr>
            <p:cNvPr id="6" name="Graphic 5" descr="Woman holding a laptop">
              <a:extLst>
                <a:ext uri="{FF2B5EF4-FFF2-40B4-BE49-F238E27FC236}">
                  <a16:creationId xmlns:a16="http://schemas.microsoft.com/office/drawing/2014/main" id="{70CAA58C-7CC1-E263-C9F8-4FE9E580A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5388" y="3429000"/>
              <a:ext cx="2460158" cy="2499626"/>
            </a:xfrm>
            <a:prstGeom prst="rect">
              <a:avLst/>
            </a:prstGeom>
          </p:spPr>
        </p:pic>
      </p:grpSp>
      <p:pic>
        <p:nvPicPr>
          <p:cNvPr id="12" name="Picture 2">
            <a:extLst>
              <a:ext uri="{FF2B5EF4-FFF2-40B4-BE49-F238E27FC236}">
                <a16:creationId xmlns:a16="http://schemas.microsoft.com/office/drawing/2014/main" id="{B833068A-99E1-9854-A5EE-7C4E96A9A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1" y="640270"/>
            <a:ext cx="6166819" cy="6021943"/>
          </a:xfrm>
          <a:prstGeom prst="roundRect">
            <a:avLst>
              <a:gd name="adj" fmla="val 414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421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05A638-C355-959B-8B3F-AC6616E04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392" y="405048"/>
            <a:ext cx="5302928" cy="675256"/>
          </a:xfrm>
        </p:spPr>
        <p:txBody>
          <a:bodyPr>
            <a:normAutofit/>
          </a:bodyPr>
          <a:lstStyle/>
          <a:p>
            <a:r>
              <a:rPr lang="th-TH"/>
              <a:t>ตัวอย่างบทเรียน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6F84B5-FCAC-12CF-A928-B65E3084E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9853" y="275145"/>
            <a:ext cx="398755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C1FC7C-3F6E-44AD-143F-40217D34999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953250" y="275145"/>
            <a:ext cx="4114800" cy="365125"/>
          </a:xfrm>
        </p:spPr>
        <p:txBody>
          <a:bodyPr/>
          <a:lstStyle/>
          <a:p>
            <a:r>
              <a:rPr lang="en-US"/>
              <a:t>CE67-35</a:t>
            </a:r>
          </a:p>
        </p:txBody>
      </p:sp>
      <p:pic>
        <p:nvPicPr>
          <p:cNvPr id="13" name="Content Placeholder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AF14BB-5AEF-639F-876B-B79D4DC4FC87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rcRect t="1138"/>
          <a:stretch/>
        </p:blipFill>
        <p:spPr>
          <a:xfrm>
            <a:off x="304800" y="1325965"/>
            <a:ext cx="11582400" cy="5318907"/>
          </a:xfrm>
        </p:spPr>
      </p:pic>
    </p:spTree>
    <p:extLst>
      <p:ext uri="{BB962C8B-B14F-4D97-AF65-F5344CB8AC3E}">
        <p14:creationId xmlns:p14="http://schemas.microsoft.com/office/powerpoint/2010/main" val="1320762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47B97-CEF3-D906-227B-BF071EDD4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392" y="405048"/>
            <a:ext cx="5302928" cy="675256"/>
          </a:xfrm>
        </p:spPr>
        <p:txBody>
          <a:bodyPr>
            <a:normAutofit/>
          </a:bodyPr>
          <a:lstStyle/>
          <a:p>
            <a:r>
              <a:rPr lang="en-US" err="1"/>
              <a:t>ตัวอย่างบทเรียน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BE71D3-8B0F-4CEA-6C67-317745841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9853" y="275145"/>
            <a:ext cx="398755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B40567-CB76-C3A4-B265-5355FFE6830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953250" y="275145"/>
            <a:ext cx="4114800" cy="365125"/>
          </a:xfrm>
        </p:spPr>
        <p:txBody>
          <a:bodyPr/>
          <a:lstStyle/>
          <a:p>
            <a:r>
              <a:rPr lang="en-US"/>
              <a:t>CE67-35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B1B421C-D21D-74ED-DF6E-730345318F2B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rcRect t="771" b="1"/>
          <a:stretch/>
        </p:blipFill>
        <p:spPr>
          <a:xfrm>
            <a:off x="304800" y="1326281"/>
            <a:ext cx="11582400" cy="5318275"/>
          </a:xfrm>
        </p:spPr>
      </p:pic>
    </p:spTree>
    <p:extLst>
      <p:ext uri="{BB962C8B-B14F-4D97-AF65-F5344CB8AC3E}">
        <p14:creationId xmlns:p14="http://schemas.microsoft.com/office/powerpoint/2010/main" val="2444135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7C35610-0A59-3DA7-BECA-BB35E8C44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392" y="405048"/>
            <a:ext cx="5302928" cy="675256"/>
          </a:xfrm>
        </p:spPr>
        <p:txBody>
          <a:bodyPr>
            <a:normAutofit/>
          </a:bodyPr>
          <a:lstStyle/>
          <a:p>
            <a:r>
              <a:rPr lang="th-TH"/>
              <a:t>ตัวอย่าง </a:t>
            </a:r>
            <a:r>
              <a:rPr lang="en-US"/>
              <a:t>Quiz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5724C-8683-ADF7-5DF4-F7DB76C22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9853" y="275145"/>
            <a:ext cx="398755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CBF705-F634-ACE8-BFB6-58CA61D47D3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953250" y="275145"/>
            <a:ext cx="4114800" cy="365125"/>
          </a:xfrm>
        </p:spPr>
        <p:txBody>
          <a:bodyPr/>
          <a:lstStyle/>
          <a:p>
            <a:r>
              <a:rPr lang="en-US"/>
              <a:t>CE67-35</a:t>
            </a:r>
          </a:p>
        </p:txBody>
      </p:sp>
      <p:pic>
        <p:nvPicPr>
          <p:cNvPr id="6" name="Content Placeholder 5" descr="A screenshot of a quiz&#10;&#10;AI-generated content may be incorrect.">
            <a:extLst>
              <a:ext uri="{FF2B5EF4-FFF2-40B4-BE49-F238E27FC236}">
                <a16:creationId xmlns:a16="http://schemas.microsoft.com/office/drawing/2014/main" id="{9B794F8B-67F2-CC2E-7D75-FDC8A711A9FA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rcRect t="771" b="1"/>
          <a:stretch/>
        </p:blipFill>
        <p:spPr>
          <a:xfrm>
            <a:off x="304800" y="1341254"/>
            <a:ext cx="11582400" cy="5288329"/>
          </a:xfrm>
        </p:spPr>
      </p:pic>
    </p:spTree>
    <p:extLst>
      <p:ext uri="{BB962C8B-B14F-4D97-AF65-F5344CB8AC3E}">
        <p14:creationId xmlns:p14="http://schemas.microsoft.com/office/powerpoint/2010/main" val="1630294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2DC3032-B62D-CE6B-C9DE-91D046480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392" y="405048"/>
            <a:ext cx="5302928" cy="675256"/>
          </a:xfrm>
        </p:spPr>
        <p:txBody>
          <a:bodyPr>
            <a:normAutofit/>
          </a:bodyPr>
          <a:lstStyle/>
          <a:p>
            <a:r>
              <a:rPr lang="th-TH"/>
              <a:t>ตัวอย่าง </a:t>
            </a:r>
            <a:r>
              <a:rPr lang="en-US"/>
              <a:t>Quiz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0DC658-AC07-9DB5-AA5F-185E7AD8C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9853" y="275145"/>
            <a:ext cx="398755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D3B64A-CECD-2BC5-08A0-BF86093A17E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953250" y="275145"/>
            <a:ext cx="4114800" cy="365125"/>
          </a:xfrm>
        </p:spPr>
        <p:txBody>
          <a:bodyPr/>
          <a:lstStyle/>
          <a:p>
            <a:r>
              <a:rPr lang="en-US"/>
              <a:t>CE67-35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544EEC-464A-E553-B5F5-D4EC1601B9E6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304800" y="1304196"/>
            <a:ext cx="11582400" cy="5362446"/>
          </a:xfrm>
        </p:spPr>
      </p:pic>
    </p:spTree>
    <p:extLst>
      <p:ext uri="{BB962C8B-B14F-4D97-AF65-F5344CB8AC3E}">
        <p14:creationId xmlns:p14="http://schemas.microsoft.com/office/powerpoint/2010/main" val="2461494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9FE50-1B3E-4592-46D7-B2B94A4A5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035A5-58EE-4265-22E9-A0B7F045A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>
                <a:latin typeface="+mj-lt"/>
              </a:rPr>
              <a:t>17</a:t>
            </a:fld>
            <a:endParaRPr lang="en-US">
              <a:latin typeface="+mj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D2C002-F2F4-46B2-BE8B-DF17024A797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CE67-35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07A204-EDA9-70AA-E5C0-5DA3A9923276}"/>
              </a:ext>
            </a:extLst>
          </p:cNvPr>
          <p:cNvSpPr txBox="1"/>
          <p:nvPr/>
        </p:nvSpPr>
        <p:spPr>
          <a:xfrm>
            <a:off x="609600" y="822062"/>
            <a:ext cx="1094561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err="1">
                <a:latin typeface="+mj-lt"/>
                <a:cs typeface="Noto Sans Thai"/>
              </a:rPr>
              <a:t>การรันโค้ดประเภทคำสั่งที่ปรับเปลี่ยนโครงสร้างของ</a:t>
            </a:r>
            <a:r>
              <a:rPr lang="en-US" sz="2800" b="1">
                <a:latin typeface="+mj-lt"/>
                <a:cs typeface="Noto Sans Thai"/>
              </a:rPr>
              <a:t> table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4B1902-67C2-E49F-FBCA-367047223E5F}"/>
              </a:ext>
            </a:extLst>
          </p:cNvPr>
          <p:cNvSpPr txBox="1"/>
          <p:nvPr/>
        </p:nvSpPr>
        <p:spPr>
          <a:xfrm>
            <a:off x="1450048" y="1662533"/>
            <a:ext cx="1514351" cy="751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latin typeface="+mj-lt"/>
                <a:cs typeface="Helvetica"/>
              </a:rPr>
              <a:t>Run code</a:t>
            </a:r>
          </a:p>
        </p:txBody>
      </p:sp>
      <p:pic>
        <p:nvPicPr>
          <p:cNvPr id="2" name="Graphic 1" descr="Line arrow: Straight with solid fill">
            <a:extLst>
              <a:ext uri="{FF2B5EF4-FFF2-40B4-BE49-F238E27FC236}">
                <a16:creationId xmlns:a16="http://schemas.microsoft.com/office/drawing/2014/main" id="{BA7411E7-E021-DD56-1A81-03131C93B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846163" y="2565451"/>
            <a:ext cx="687137" cy="6804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DD4790-5D80-4399-804D-D77A05C9A4B4}"/>
              </a:ext>
            </a:extLst>
          </p:cNvPr>
          <p:cNvSpPr txBox="1"/>
          <p:nvPr/>
        </p:nvSpPr>
        <p:spPr>
          <a:xfrm>
            <a:off x="1450048" y="3393743"/>
            <a:ext cx="1514351" cy="751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500" b="1">
                <a:latin typeface="+mj-lt"/>
                <a:cs typeface="Helvetica"/>
              </a:rPr>
              <a:t>Check</a:t>
            </a:r>
            <a:endParaRPr lang="en-US" b="1">
              <a:latin typeface="+mj-lt"/>
              <a:cs typeface="Helvetica"/>
            </a:endParaRPr>
          </a:p>
          <a:p>
            <a:pPr algn="ctr"/>
            <a:r>
              <a:rPr lang="en-US" sz="1500" b="1">
                <a:latin typeface="+mj-lt"/>
                <a:cs typeface="Helvetica"/>
              </a:rPr>
              <a:t>Syntax</a:t>
            </a:r>
            <a:endParaRPr lang="en-US" b="1">
              <a:latin typeface="+mj-lt"/>
              <a:cs typeface="Helvetica"/>
            </a:endParaRPr>
          </a:p>
        </p:txBody>
      </p:sp>
      <p:pic>
        <p:nvPicPr>
          <p:cNvPr id="7" name="Graphic 6" descr="Line arrow: Straight with solid fill">
            <a:extLst>
              <a:ext uri="{FF2B5EF4-FFF2-40B4-BE49-F238E27FC236}">
                <a16:creationId xmlns:a16="http://schemas.microsoft.com/office/drawing/2014/main" id="{22FB166E-BBF3-16FA-C2D1-6420DEC1E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203057" y="3467819"/>
            <a:ext cx="687137" cy="6804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2D7A29-AA7E-4E20-95BC-2F0003BE3D03}"/>
              </a:ext>
            </a:extLst>
          </p:cNvPr>
          <p:cNvSpPr txBox="1"/>
          <p:nvPr/>
        </p:nvSpPr>
        <p:spPr>
          <a:xfrm>
            <a:off x="8602152" y="3447216"/>
            <a:ext cx="1942141" cy="6916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500" b="1">
                <a:latin typeface="+mj-lt"/>
                <a:ea typeface="+mn-lt"/>
                <a:cs typeface="Helvetica"/>
              </a:rPr>
              <a:t>query in the user's database</a:t>
            </a:r>
            <a:endParaRPr lang="en-US" b="1">
              <a:latin typeface="+mj-lt"/>
              <a:ea typeface="+mn-lt"/>
              <a:cs typeface="Helvetic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D55559-18B5-F320-6C22-B1BD22BC1F54}"/>
              </a:ext>
            </a:extLst>
          </p:cNvPr>
          <p:cNvSpPr txBox="1"/>
          <p:nvPr/>
        </p:nvSpPr>
        <p:spPr>
          <a:xfrm>
            <a:off x="8602152" y="5334357"/>
            <a:ext cx="1942141" cy="6916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500" b="1">
                <a:latin typeface="+mj-lt"/>
                <a:ea typeface="+mn-lt"/>
                <a:cs typeface="Helvetica"/>
              </a:rPr>
              <a:t>Return Query Result Or Return Error </a:t>
            </a:r>
            <a:endParaRPr lang="en-US" b="1">
              <a:latin typeface="+mj-lt"/>
              <a:cs typeface="Helvetic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46AB6E-E3F6-0BD3-3552-B4E2A9BFBA33}"/>
              </a:ext>
            </a:extLst>
          </p:cNvPr>
          <p:cNvSpPr txBox="1"/>
          <p:nvPr/>
        </p:nvSpPr>
        <p:spPr>
          <a:xfrm>
            <a:off x="4945888" y="5334357"/>
            <a:ext cx="1942141" cy="6916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500" b="1">
                <a:latin typeface="+mj-lt"/>
                <a:ea typeface="+mn-lt"/>
                <a:cs typeface="Helvetica"/>
              </a:rPr>
              <a:t>Click next or time out for</a:t>
            </a:r>
            <a:endParaRPr lang="en-US" b="1">
              <a:latin typeface="+mj-lt"/>
              <a:cs typeface="Helvetica"/>
            </a:endParaRPr>
          </a:p>
          <a:p>
            <a:pPr algn="ctr"/>
            <a:r>
              <a:rPr lang="en-US" sz="1500" b="1">
                <a:latin typeface="+mj-lt"/>
                <a:ea typeface="+mn-lt"/>
                <a:cs typeface="Helvetica"/>
              </a:rPr>
              <a:t>Drop user DB</a:t>
            </a:r>
            <a:endParaRPr lang="en-US" b="1">
              <a:latin typeface="+mj-lt"/>
              <a:cs typeface="Helvetica"/>
            </a:endParaRPr>
          </a:p>
        </p:txBody>
      </p:sp>
      <p:pic>
        <p:nvPicPr>
          <p:cNvPr id="12" name="Graphic 11" descr="Line arrow: Straight with solid fill">
            <a:extLst>
              <a:ext uri="{FF2B5EF4-FFF2-40B4-BE49-F238E27FC236}">
                <a16:creationId xmlns:a16="http://schemas.microsoft.com/office/drawing/2014/main" id="{98478BBD-5602-9C3D-CB0B-9FAB8D861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113319" y="3481187"/>
            <a:ext cx="1188453" cy="680453"/>
          </a:xfrm>
          <a:prstGeom prst="rect">
            <a:avLst/>
          </a:prstGeom>
        </p:spPr>
      </p:pic>
      <p:pic>
        <p:nvPicPr>
          <p:cNvPr id="13" name="Graphic 12" descr="Line arrow: Straight with solid fill">
            <a:extLst>
              <a:ext uri="{FF2B5EF4-FFF2-40B4-BE49-F238E27FC236}">
                <a16:creationId xmlns:a16="http://schemas.microsoft.com/office/drawing/2014/main" id="{F92C8B53-8723-4D4E-D655-1F210FDC29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9115879" y="4376361"/>
            <a:ext cx="919808" cy="680453"/>
          </a:xfrm>
          <a:prstGeom prst="rect">
            <a:avLst/>
          </a:prstGeom>
        </p:spPr>
      </p:pic>
      <p:pic>
        <p:nvPicPr>
          <p:cNvPr id="14" name="Graphic 13" descr="Line arrow: Straight with solid fill">
            <a:extLst>
              <a:ext uri="{FF2B5EF4-FFF2-40B4-BE49-F238E27FC236}">
                <a16:creationId xmlns:a16="http://schemas.microsoft.com/office/drawing/2014/main" id="{A9F90EFB-B747-90B4-BB6E-0EB66AAF97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3320" y="5341591"/>
            <a:ext cx="1168400" cy="6871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05A2B5-8AA2-EE9F-944A-2B1EF982DCF2}"/>
              </a:ext>
            </a:extLst>
          </p:cNvPr>
          <p:cNvSpPr txBox="1"/>
          <p:nvPr/>
        </p:nvSpPr>
        <p:spPr>
          <a:xfrm>
            <a:off x="4260121" y="3481941"/>
            <a:ext cx="2716897" cy="7058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500" b="1">
                <a:latin typeface="+mj-lt"/>
                <a:cs typeface="Helvetica"/>
              </a:rPr>
              <a:t>Create a database and </a:t>
            </a:r>
            <a:endParaRPr lang="en-US" b="1">
              <a:latin typeface="+mj-lt"/>
              <a:cs typeface="Helvetica"/>
            </a:endParaRPr>
          </a:p>
          <a:p>
            <a:pPr algn="ctr"/>
            <a:r>
              <a:rPr lang="en-US" sz="1500" b="1">
                <a:latin typeface="+mj-lt"/>
                <a:cs typeface="Helvetica"/>
              </a:rPr>
              <a:t>table sample for each user</a:t>
            </a:r>
            <a:endParaRPr lang="en-US" b="1">
              <a:latin typeface="+mj-lt"/>
              <a:cs typeface="Helvetica"/>
            </a:endParaRPr>
          </a:p>
        </p:txBody>
      </p:sp>
      <p:pic>
        <p:nvPicPr>
          <p:cNvPr id="16" name="Picture 1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1EA8F05-29E5-4A54-E257-05572147FE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97" r="3676" b="-170"/>
          <a:stretch/>
        </p:blipFill>
        <p:spPr>
          <a:xfrm>
            <a:off x="4258511" y="2560412"/>
            <a:ext cx="2715762" cy="84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09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  <p:bldP spid="9" grpId="0" animBg="1"/>
      <p:bldP spid="10" grpId="0" animBg="1"/>
      <p:bldP spid="11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A80CB-294F-7337-4A12-366B32161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18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B2BB98-0122-0F83-D751-4B413C036EA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CE67-35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174E79-0D07-1E13-C738-12CAF6E0A1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09601" y="689658"/>
            <a:ext cx="418651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err="1">
                <a:cs typeface="Noto Sans Thai" panose="020B0502040504020204" pitchFamily="34" charset="-34"/>
              </a:rPr>
              <a:t>การเช็คคำตอบ</a:t>
            </a:r>
            <a:endParaRPr lang="en-US" sz="4400" b="1">
              <a:cs typeface="Noto Sans Thai" panose="020B0502040504020204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CE0BEA-34D9-16E2-7229-53440FF64B44}"/>
              </a:ext>
            </a:extLst>
          </p:cNvPr>
          <p:cNvSpPr txBox="1"/>
          <p:nvPr/>
        </p:nvSpPr>
        <p:spPr>
          <a:xfrm>
            <a:off x="746973" y="2047232"/>
            <a:ext cx="1514351" cy="751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500" b="1">
                <a:cs typeface="Helvetica"/>
              </a:rPr>
              <a:t>Submit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DA9943-CAC6-8B7B-9EDE-8F023E175E20}"/>
              </a:ext>
            </a:extLst>
          </p:cNvPr>
          <p:cNvSpPr txBox="1"/>
          <p:nvPr/>
        </p:nvSpPr>
        <p:spPr>
          <a:xfrm>
            <a:off x="3150330" y="2047842"/>
            <a:ext cx="1514351" cy="751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500" b="1">
                <a:cs typeface="Helvetica"/>
              </a:rPr>
              <a:t>Check</a:t>
            </a:r>
          </a:p>
          <a:p>
            <a:pPr algn="ctr"/>
            <a:r>
              <a:rPr lang="en-US" sz="1500" b="1">
                <a:cs typeface="Helvetica"/>
              </a:rPr>
              <a:t>Syntax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4BBD98-6AFF-E8D8-F4FC-2E39DC662A60}"/>
              </a:ext>
            </a:extLst>
          </p:cNvPr>
          <p:cNvSpPr txBox="1"/>
          <p:nvPr/>
        </p:nvSpPr>
        <p:spPr>
          <a:xfrm>
            <a:off x="5603435" y="2054526"/>
            <a:ext cx="2129298" cy="751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500" b="1">
                <a:cs typeface="Helvetica"/>
              </a:rPr>
              <a:t>Query</a:t>
            </a:r>
          </a:p>
          <a:p>
            <a:pPr algn="ctr"/>
            <a:r>
              <a:rPr lang="en-US" sz="1500" b="1">
                <a:cs typeface="Helvetica"/>
              </a:rPr>
              <a:t>Data with database</a:t>
            </a:r>
            <a:br>
              <a:rPr lang="en-US" sz="1500" b="1">
                <a:cs typeface="Helvetica"/>
              </a:rPr>
            </a:br>
            <a:r>
              <a:rPr lang="en-US" sz="1500" b="1">
                <a:cs typeface="Helvetica"/>
              </a:rPr>
              <a:t> for learning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95D230-205A-BD5C-0549-5993B864B906}"/>
              </a:ext>
            </a:extLst>
          </p:cNvPr>
          <p:cNvSpPr txBox="1"/>
          <p:nvPr/>
        </p:nvSpPr>
        <p:spPr>
          <a:xfrm>
            <a:off x="8658119" y="2054525"/>
            <a:ext cx="2135981" cy="751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500" b="1">
                <a:ea typeface="+mn-lt"/>
                <a:cs typeface="Helvetica"/>
              </a:rPr>
              <a:t>Convert Query</a:t>
            </a:r>
            <a:br>
              <a:rPr lang="en-US" sz="1500" b="1">
                <a:ea typeface="+mn-lt"/>
                <a:cs typeface="Helvetica"/>
              </a:rPr>
            </a:br>
            <a:r>
              <a:rPr lang="en-US" sz="1500" b="1">
                <a:ea typeface="+mn-lt"/>
                <a:cs typeface="Helvetica"/>
              </a:rPr>
              <a:t>Result To JSON</a:t>
            </a:r>
            <a:endParaRPr lang="en-US" sz="1500" b="1">
              <a:cs typeface="Helvetic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E4F5A8-4924-A4EA-2B14-FFA59873734A}"/>
              </a:ext>
            </a:extLst>
          </p:cNvPr>
          <p:cNvSpPr txBox="1"/>
          <p:nvPr/>
        </p:nvSpPr>
        <p:spPr>
          <a:xfrm>
            <a:off x="8638066" y="3738948"/>
            <a:ext cx="2156035" cy="751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500" b="1">
                <a:ea typeface="+mn-lt"/>
                <a:cs typeface="Helvetica"/>
              </a:rPr>
              <a:t>Check Result JSON</a:t>
            </a:r>
            <a:br>
              <a:rPr lang="en-US" sz="1500" b="1">
                <a:ea typeface="+mn-lt"/>
                <a:cs typeface="Helvetica"/>
              </a:rPr>
            </a:br>
            <a:r>
              <a:rPr lang="en-US" sz="1500" b="1">
                <a:ea typeface="+mn-lt"/>
                <a:cs typeface="Helvetica"/>
              </a:rPr>
              <a:t>and Answer JSON</a:t>
            </a:r>
            <a:br>
              <a:rPr lang="en-US" sz="1500" b="1">
                <a:ea typeface="+mn-lt"/>
                <a:cs typeface="Helvetica"/>
              </a:rPr>
            </a:br>
            <a:r>
              <a:rPr lang="en-US" sz="1500" b="1">
                <a:ea typeface="+mn-lt"/>
                <a:cs typeface="Helvetica"/>
              </a:rPr>
              <a:t>each condition</a:t>
            </a:r>
            <a:endParaRPr lang="en-US" sz="1500" b="1">
              <a:cs typeface="Helvetic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8FA3AC-9112-76E2-7D5D-E1C7340607AA}"/>
              </a:ext>
            </a:extLst>
          </p:cNvPr>
          <p:cNvSpPr txBox="1"/>
          <p:nvPr/>
        </p:nvSpPr>
        <p:spPr>
          <a:xfrm>
            <a:off x="5910909" y="3725580"/>
            <a:ext cx="1514351" cy="7651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500" b="1">
                <a:ea typeface="+mn-lt"/>
                <a:cs typeface="Helvetica"/>
              </a:rPr>
              <a:t>Update Progress</a:t>
            </a:r>
            <a:endParaRPr lang="en-US" sz="1500" b="1">
              <a:cs typeface="Helvetica"/>
            </a:endParaRPr>
          </a:p>
        </p:txBody>
      </p:sp>
      <p:pic>
        <p:nvPicPr>
          <p:cNvPr id="14" name="Graphic 13" descr="Line arrow: Straight with solid fill">
            <a:extLst>
              <a:ext uri="{FF2B5EF4-FFF2-40B4-BE49-F238E27FC236}">
                <a16:creationId xmlns:a16="http://schemas.microsoft.com/office/drawing/2014/main" id="{10B7B0D5-9F26-FC1F-7CE4-70E0FE5EA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2360847" y="2090872"/>
            <a:ext cx="687137" cy="68045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618D266-C8B4-C826-ACE6-7B2C1FFCFA52}"/>
              </a:ext>
            </a:extLst>
          </p:cNvPr>
          <p:cNvSpPr txBox="1"/>
          <p:nvPr/>
        </p:nvSpPr>
        <p:spPr>
          <a:xfrm>
            <a:off x="8457593" y="5456790"/>
            <a:ext cx="2543719" cy="7651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500" b="1">
                <a:ea typeface="+mn-lt"/>
                <a:cs typeface="Helvetica"/>
              </a:rPr>
              <a:t>result returns an error, indicating where the error occurred.</a:t>
            </a:r>
            <a:endParaRPr lang="en-US" sz="1500" b="1">
              <a:cs typeface="Helvetica"/>
            </a:endParaRPr>
          </a:p>
        </p:txBody>
      </p:sp>
      <p:pic>
        <p:nvPicPr>
          <p:cNvPr id="17" name="Graphic 16" descr="Line arrow: Straight with solid fill">
            <a:extLst>
              <a:ext uri="{FF2B5EF4-FFF2-40B4-BE49-F238E27FC236}">
                <a16:creationId xmlns:a16="http://schemas.microsoft.com/office/drawing/2014/main" id="{16CDB50C-660C-E183-335D-CFE5358DC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799247" y="2089535"/>
            <a:ext cx="687137" cy="680453"/>
          </a:xfrm>
          <a:prstGeom prst="rect">
            <a:avLst/>
          </a:prstGeom>
        </p:spPr>
      </p:pic>
      <p:pic>
        <p:nvPicPr>
          <p:cNvPr id="19" name="Graphic 18" descr="Line arrow: Straight with solid fill">
            <a:extLst>
              <a:ext uri="{FF2B5EF4-FFF2-40B4-BE49-F238E27FC236}">
                <a16:creationId xmlns:a16="http://schemas.microsoft.com/office/drawing/2014/main" id="{7DC97241-8DFE-A049-5AA2-07FEA5D45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853931" y="2136324"/>
            <a:ext cx="687137" cy="680453"/>
          </a:xfrm>
          <a:prstGeom prst="rect">
            <a:avLst/>
          </a:prstGeom>
        </p:spPr>
      </p:pic>
      <p:pic>
        <p:nvPicPr>
          <p:cNvPr id="21" name="Graphic 20" descr="Line arrow: Straight with solid fill">
            <a:extLst>
              <a:ext uri="{FF2B5EF4-FFF2-40B4-BE49-F238E27FC236}">
                <a16:creationId xmlns:a16="http://schemas.microsoft.com/office/drawing/2014/main" id="{7BACE596-00EB-EF54-31C3-E814C8F093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9424720" y="2925061"/>
            <a:ext cx="593559" cy="680453"/>
          </a:xfrm>
          <a:prstGeom prst="rect">
            <a:avLst/>
          </a:prstGeom>
        </p:spPr>
      </p:pic>
      <p:pic>
        <p:nvPicPr>
          <p:cNvPr id="23" name="Graphic 22" descr="Line arrow: Straight with solid fill">
            <a:extLst>
              <a:ext uri="{FF2B5EF4-FFF2-40B4-BE49-F238E27FC236}">
                <a16:creationId xmlns:a16="http://schemas.microsoft.com/office/drawing/2014/main" id="{4A228745-8689-A589-D1EB-4BD3AE96E4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9391299" y="4656273"/>
            <a:ext cx="687137" cy="680453"/>
          </a:xfrm>
          <a:prstGeom prst="rect">
            <a:avLst/>
          </a:prstGeom>
        </p:spPr>
      </p:pic>
      <p:pic>
        <p:nvPicPr>
          <p:cNvPr id="25" name="Graphic 24" descr="Line arrow: Straight with solid fill">
            <a:extLst>
              <a:ext uri="{FF2B5EF4-FFF2-40B4-BE49-F238E27FC236}">
                <a16:creationId xmlns:a16="http://schemas.microsoft.com/office/drawing/2014/main" id="{DA234851-8913-C8B8-C802-40A7C108F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38963" y="3812724"/>
            <a:ext cx="687137" cy="68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871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8DBCD-A0E6-4210-4170-FB6CCF731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80F602-76E8-3ECC-EA84-C568B6F52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392" y="405048"/>
            <a:ext cx="5302928" cy="675256"/>
          </a:xfrm>
        </p:spPr>
        <p:txBody>
          <a:bodyPr>
            <a:normAutofit fontScale="90000"/>
          </a:bodyPr>
          <a:lstStyle/>
          <a:p>
            <a:r>
              <a:rPr lang="th-TH"/>
              <a:t>กรณีลำดับแถวผิด</a:t>
            </a:r>
            <a:br>
              <a:rPr lang="th-TH"/>
            </a:br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9710F9F-D5F2-219B-C2E4-A8E6269A2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9853" y="275145"/>
            <a:ext cx="398755" cy="365125"/>
          </a:xfrm>
        </p:spPr>
        <p:txBody>
          <a:bodyPr/>
          <a:lstStyle/>
          <a:p>
            <a:fld id="{CC9A3FEF-EB9B-4769-8BD8-16668F925D52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4506568-6101-B327-77FE-452B789D998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953250" y="275145"/>
            <a:ext cx="4114800" cy="365125"/>
          </a:xfrm>
        </p:spPr>
        <p:txBody>
          <a:bodyPr/>
          <a:lstStyle/>
          <a:p>
            <a:r>
              <a:rPr lang="en-US"/>
              <a:t>CE67-35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EB5AE13A-D10A-356A-A83F-7A5BCACFA1AF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934752" y="1751013"/>
            <a:ext cx="4523123" cy="2044700"/>
          </a:xfrm>
        </p:spPr>
      </p:pic>
      <p:pic>
        <p:nvPicPr>
          <p:cNvPr id="27" name="Content Placeholder 26">
            <a:extLst>
              <a:ext uri="{FF2B5EF4-FFF2-40B4-BE49-F238E27FC236}">
                <a16:creationId xmlns:a16="http://schemas.microsoft.com/office/drawing/2014/main" id="{6AC616D3-1A8C-AFFF-40DE-7C162B374AFF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/>
          <a:stretch>
            <a:fillRect/>
          </a:stretch>
        </p:blipFill>
        <p:spPr>
          <a:xfrm>
            <a:off x="934752" y="4465638"/>
            <a:ext cx="4659883" cy="2044700"/>
          </a:xfrm>
          <a:prstGeom prst="rect">
            <a:avLst/>
          </a:prstGeom>
        </p:spPr>
      </p:pic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1E844E3-D6F2-B933-797D-FDDC6AF7391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sz="1800" b="1" err="1">
                <a:latin typeface="Noto Sans Thai" panose="020B0502040504020204" pitchFamily="34" charset="-34"/>
                <a:cs typeface="Noto Sans Thai" panose="020B0502040504020204" pitchFamily="34" charset="-34"/>
              </a:rPr>
              <a:t>คำตอบที่ถูกต้อง</a:t>
            </a:r>
            <a:endParaRPr lang="en-US" sz="1800" b="1">
              <a:latin typeface="Noto Sans Thai" panose="020B0502040504020204" pitchFamily="34" charset="-34"/>
              <a:cs typeface="Noto Sans Thai" panose="020B0502040504020204" pitchFamily="34" charset="-34"/>
            </a:endParaRPr>
          </a:p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C67925C-E711-FC44-9B1B-FA5D23C053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sz="1800" b="1" err="1">
                <a:latin typeface="Noto Sans Thai" panose="020B0502040504020204" pitchFamily="34" charset="-34"/>
                <a:cs typeface="Noto Sans Thai" panose="020B0502040504020204" pitchFamily="34" charset="-34"/>
              </a:rPr>
              <a:t>คำตอบของ</a:t>
            </a:r>
            <a:r>
              <a:rPr lang="en-US" sz="1800" b="1" err="1">
                <a:latin typeface="Noto Sans Thai" panose="020B0502040504020204" pitchFamily="34" charset="-34"/>
                <a:ea typeface="+mn-lt"/>
                <a:cs typeface="Noto Sans Thai" panose="020B0502040504020204" pitchFamily="34" charset="-34"/>
              </a:rPr>
              <a:t>ผู้เรียน</a:t>
            </a:r>
            <a:endParaRPr lang="en-US" sz="1800" b="1">
              <a:latin typeface="Noto Sans Thai" panose="020B0502040504020204" pitchFamily="34" charset="-34"/>
              <a:cs typeface="Noto Sans Thai" panose="020B0502040504020204" pitchFamily="34" charset="-34"/>
            </a:endParaRPr>
          </a:p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7D90108-CA8F-88F6-95C8-BDB8AAC237CE}"/>
              </a:ext>
            </a:extLst>
          </p:cNvPr>
          <p:cNvSpPr txBox="1">
            <a:spLocks noGrp="1"/>
          </p:cNvSpPr>
          <p:nvPr>
            <p:ph type="body" sz="quarter" idx="19"/>
          </p:nvPr>
        </p:nvSpPr>
        <p:spPr>
          <a:xfrm>
            <a:off x="6275388" y="1303338"/>
            <a:ext cx="53038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th-TH" b="1">
                <a:latin typeface="Noto Sans Thai" panose="020B0502040504020204" pitchFamily="34" charset="-34"/>
                <a:cs typeface="Noto Sans Thai" panose="020B0502040504020204" pitchFamily="34" charset="-34"/>
              </a:rPr>
              <a:t>ผลลัพธ์</a:t>
            </a:r>
            <a:endParaRPr lang="th-TH" sz="2400" b="1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F4798252-C9E0-051A-7419-C67CC9F1E49F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4"/>
          <a:stretch>
            <a:fillRect/>
          </a:stretch>
        </p:blipFill>
        <p:spPr>
          <a:xfrm>
            <a:off x="6275388" y="1827199"/>
            <a:ext cx="5303837" cy="320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083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01689-01FB-6CF9-792C-D175A8A7B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err="1">
                <a:latin typeface="Noto Sans Thai" panose="020B0502040504020204" pitchFamily="34" charset="-34"/>
                <a:ea typeface="+mn-lt"/>
                <a:cs typeface="Noto Sans Thai" panose="020B0502040504020204" pitchFamily="34" charset="-34"/>
              </a:rPr>
              <a:t>กรณีจำนวนแถวไม่ตรงกัน</a:t>
            </a:r>
            <a:br>
              <a:rPr lang="en-US" sz="2800" b="1">
                <a:latin typeface="Noto Sans Thai" panose="020B0502040504020204" pitchFamily="34" charset="-34"/>
                <a:cs typeface="Noto Sans Thai" panose="020B0502040504020204" pitchFamily="34" charset="-34"/>
              </a:rPr>
            </a:b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F1E642-9630-BB84-EAFB-6CEE61D87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FEF-EB9B-4769-8BD8-16668F925D52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846B0-F9E6-6479-CD84-38F296626C6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CE67-35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401734C-7C39-EE0B-E23C-36BAEADA6562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1017740" y="1751013"/>
            <a:ext cx="4493907" cy="2044700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5123A35-88AD-3DDB-0AF1-5D903BED4F86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/>
          <a:stretch>
            <a:fillRect/>
          </a:stretch>
        </p:blipFill>
        <p:spPr>
          <a:xfrm>
            <a:off x="4029277" y="4559834"/>
            <a:ext cx="4133446" cy="1444877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5B9F58D-E9AC-8370-D8FB-DFA0DB68937C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4"/>
          <a:stretch>
            <a:fillRect/>
          </a:stretch>
        </p:blipFill>
        <p:spPr>
          <a:xfrm>
            <a:off x="6570998" y="2386233"/>
            <a:ext cx="4712616" cy="774259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A91D393-A746-43CF-3B14-D4BEA933DB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sz="1800" b="1" err="1">
                <a:latin typeface="Noto Sans Thai" panose="020B0502040504020204" pitchFamily="34" charset="-34"/>
                <a:cs typeface="Noto Sans Thai" panose="020B0502040504020204" pitchFamily="34" charset="-34"/>
              </a:rPr>
              <a:t>คำตอบที่ถูกต้อง</a:t>
            </a:r>
            <a:endParaRPr lang="en-US" sz="1800" b="1">
              <a:latin typeface="Noto Sans Thai" panose="020B0502040504020204" pitchFamily="34" charset="-34"/>
              <a:cs typeface="Noto Sans Thai" panose="020B0502040504020204" pitchFamily="34" charset="-34"/>
            </a:endParaRPr>
          </a:p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5644231-D71D-B5F9-25A3-90D47D2A65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sz="1800" b="1" err="1">
                <a:latin typeface="Noto Sans Thai" panose="020B0502040504020204" pitchFamily="34" charset="-34"/>
                <a:cs typeface="Noto Sans Thai" panose="020B0502040504020204" pitchFamily="34" charset="-34"/>
              </a:rPr>
              <a:t>คำตอบของ</a:t>
            </a:r>
            <a:r>
              <a:rPr lang="en-US" sz="1800" b="1" err="1">
                <a:latin typeface="Noto Sans Thai" panose="020B0502040504020204" pitchFamily="34" charset="-34"/>
                <a:ea typeface="+mn-lt"/>
                <a:cs typeface="Noto Sans Thai" panose="020B0502040504020204" pitchFamily="34" charset="-34"/>
              </a:rPr>
              <a:t>ผู้เรียน</a:t>
            </a:r>
            <a:endParaRPr lang="en-US" sz="1800" b="1">
              <a:latin typeface="Noto Sans Thai" panose="020B0502040504020204" pitchFamily="34" charset="-34"/>
              <a:cs typeface="Noto Sans Thai" panose="020B0502040504020204" pitchFamily="34" charset="-34"/>
            </a:endParaRPr>
          </a:p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4E6F7DF-CDF5-2BEF-BA68-BA6B665CD2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algn="ctr"/>
            <a:r>
              <a:rPr lang="en-US" sz="1800" b="1" err="1">
                <a:latin typeface="Noto Sans Thai" panose="020B0502040504020204" pitchFamily="34" charset="-34"/>
                <a:ea typeface="+mn-lt"/>
                <a:cs typeface="Noto Sans Thai" panose="020B0502040504020204" pitchFamily="34" charset="-34"/>
              </a:rPr>
              <a:t>ผลลัพธ์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120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C6C4B-BEB1-A773-4C28-AA41FA82D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F828968-E628-15DE-3D91-E018A7610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392" y="405048"/>
            <a:ext cx="5302928" cy="675256"/>
          </a:xfrm>
        </p:spPr>
        <p:txBody>
          <a:bodyPr>
            <a:normAutofit/>
          </a:bodyPr>
          <a:lstStyle/>
          <a:p>
            <a:r>
              <a:rPr lang="th-TH" sz="2800" b="1">
                <a:latin typeface="Noto Sans Thai" panose="020B0502040504020204" pitchFamily="34" charset="-34"/>
                <a:cs typeface="Noto Sans Thai" panose="020B0502040504020204" pitchFamily="34" charset="-34"/>
              </a:rPr>
              <a:t>กรณีจำนวนคอลัมน์ไม่ตรงกัน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CC87B56-DA54-D2F5-CCC6-9BFEE5377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9853" y="275145"/>
            <a:ext cx="398755" cy="365125"/>
          </a:xfrm>
        </p:spPr>
        <p:txBody>
          <a:bodyPr/>
          <a:lstStyle/>
          <a:p>
            <a:fld id="{CC9A3FEF-EB9B-4769-8BD8-16668F925D52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9BED176-9F64-C306-2F8F-A6D443CF2A8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953250" y="275145"/>
            <a:ext cx="4114800" cy="365125"/>
          </a:xfrm>
        </p:spPr>
        <p:txBody>
          <a:bodyPr/>
          <a:lstStyle/>
          <a:p>
            <a:r>
              <a:rPr lang="en-US"/>
              <a:t>CE67-35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979DDCF-E24F-D341-CE91-AB16E720A1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sz="1800" b="1" err="1">
                <a:latin typeface="Noto Sans Thai" panose="020B0502040504020204" pitchFamily="34" charset="-34"/>
                <a:cs typeface="Noto Sans Thai" panose="020B0502040504020204" pitchFamily="34" charset="-34"/>
              </a:rPr>
              <a:t>คำตอบที่ถูกต้อง</a:t>
            </a:r>
            <a:endParaRPr lang="en-US" sz="1800" b="1">
              <a:latin typeface="Noto Sans Thai" panose="020B0502040504020204" pitchFamily="34" charset="-34"/>
              <a:cs typeface="Noto Sans Thai" panose="020B0502040504020204" pitchFamily="34" charset="-34"/>
            </a:endParaRPr>
          </a:p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97FD717-2C75-DDE1-2A28-E6D4FD48B8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sz="1800" b="1" err="1">
                <a:latin typeface="Noto Sans Thai" panose="020B0502040504020204" pitchFamily="34" charset="-34"/>
                <a:cs typeface="Noto Sans Thai" panose="020B0502040504020204" pitchFamily="34" charset="-34"/>
              </a:rPr>
              <a:t>คำตอบของ</a:t>
            </a:r>
            <a:r>
              <a:rPr lang="en-US" sz="1800" b="1" err="1">
                <a:latin typeface="Noto Sans Thai" panose="020B0502040504020204" pitchFamily="34" charset="-34"/>
                <a:ea typeface="+mn-lt"/>
                <a:cs typeface="Noto Sans Thai" panose="020B0502040504020204" pitchFamily="34" charset="-34"/>
              </a:rPr>
              <a:t>ผู้เรียน</a:t>
            </a:r>
            <a:endParaRPr lang="en-US" sz="1800" b="1">
              <a:latin typeface="Noto Sans Thai" panose="020B0502040504020204" pitchFamily="34" charset="-34"/>
              <a:cs typeface="Noto Sans Thai" panose="020B0502040504020204" pitchFamily="34" charset="-34"/>
            </a:endParaRPr>
          </a:p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D842B53-DE7A-E14E-FA08-A826C337D5E2}"/>
              </a:ext>
            </a:extLst>
          </p:cNvPr>
          <p:cNvSpPr txBox="1">
            <a:spLocks noGrp="1"/>
          </p:cNvSpPr>
          <p:nvPr>
            <p:ph type="body" sz="quarter" idx="19"/>
          </p:nvPr>
        </p:nvSpPr>
        <p:spPr>
          <a:xfrm>
            <a:off x="6275388" y="1303338"/>
            <a:ext cx="53038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err="1">
                <a:latin typeface="Noto Sans Thai" panose="020B0502040504020204" pitchFamily="34" charset="-34"/>
                <a:ea typeface="+mn-lt"/>
                <a:cs typeface="Noto Sans Thai" panose="020B0502040504020204" pitchFamily="34" charset="-34"/>
              </a:rPr>
              <a:t>ผลลัพธ์</a:t>
            </a:r>
            <a:endParaRPr lang="en-US" b="1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860E2CAF-57D0-920D-2D60-BE0C482AEFA3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2196338" y="4465638"/>
            <a:ext cx="2136711" cy="2044700"/>
          </a:xfrm>
          <a:prstGeom prst="rect">
            <a:avLst/>
          </a:prstGeom>
        </p:spPr>
      </p:pic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A4E5AEA2-3CBD-A397-123E-BA4D22C8E2A9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3"/>
          <a:stretch>
            <a:fillRect/>
          </a:stretch>
        </p:blipFill>
        <p:spPr>
          <a:xfrm>
            <a:off x="6362283" y="1885253"/>
            <a:ext cx="5303837" cy="1057656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96FFFA61-0775-9C20-ACC7-1431F61AA70B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4"/>
          <a:stretch>
            <a:fillRect/>
          </a:stretch>
        </p:blipFill>
        <p:spPr>
          <a:xfrm>
            <a:off x="1204067" y="1840594"/>
            <a:ext cx="4121253" cy="186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52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74EEC-4710-B7C2-966D-5F55840C9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3B6F0F6-79F7-4051-97AA-341C04D5C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392" y="405048"/>
            <a:ext cx="5302928" cy="675256"/>
          </a:xfrm>
        </p:spPr>
        <p:txBody>
          <a:bodyPr>
            <a:normAutofit/>
          </a:bodyPr>
          <a:lstStyle/>
          <a:p>
            <a:r>
              <a:rPr lang="th-TH" sz="2800" b="1">
                <a:latin typeface="Noto Sans Thai" panose="020B0502040504020204" pitchFamily="34" charset="-34"/>
                <a:cs typeface="Noto Sans Thai" panose="020B0502040504020204" pitchFamily="34" charset="-34"/>
              </a:rPr>
              <a:t>กรณีค่าผิดในบางแถว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590F903-87AF-2398-622D-97168CB14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9853" y="275145"/>
            <a:ext cx="398755" cy="365125"/>
          </a:xfrm>
        </p:spPr>
        <p:txBody>
          <a:bodyPr/>
          <a:lstStyle/>
          <a:p>
            <a:fld id="{CC9A3FEF-EB9B-4769-8BD8-16668F925D52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E7A727C-E5C7-4E60-0EBB-33C8C5FFE5F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953250" y="275145"/>
            <a:ext cx="4114800" cy="365125"/>
          </a:xfrm>
        </p:spPr>
        <p:txBody>
          <a:bodyPr/>
          <a:lstStyle/>
          <a:p>
            <a:r>
              <a:rPr lang="en-US"/>
              <a:t>CE67-35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2EB04B9A-57D2-4AA0-B87D-52B2D680FFA2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934752" y="1751013"/>
            <a:ext cx="4523123" cy="2044700"/>
          </a:xfrm>
        </p:spPr>
      </p:pic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D41DE5A-9D59-2523-6F61-CBBDB31E69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sz="1800" b="1" err="1">
                <a:latin typeface="Noto Sans Thai" panose="020B0502040504020204" pitchFamily="34" charset="-34"/>
                <a:cs typeface="Noto Sans Thai" panose="020B0502040504020204" pitchFamily="34" charset="-34"/>
              </a:rPr>
              <a:t>คำตอบที่ถูกต้อง</a:t>
            </a:r>
            <a:endParaRPr lang="en-US" sz="1800" b="1">
              <a:latin typeface="Noto Sans Thai" panose="020B0502040504020204" pitchFamily="34" charset="-34"/>
              <a:cs typeface="Noto Sans Thai" panose="020B0502040504020204" pitchFamily="34" charset="-34"/>
            </a:endParaRPr>
          </a:p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6486CBF9-E286-4DF7-29DC-9FD6456F65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sz="1800" b="1" err="1">
                <a:latin typeface="Noto Sans Thai" panose="020B0502040504020204" pitchFamily="34" charset="-34"/>
                <a:cs typeface="Noto Sans Thai" panose="020B0502040504020204" pitchFamily="34" charset="-34"/>
              </a:rPr>
              <a:t>คำตอบของ</a:t>
            </a:r>
            <a:r>
              <a:rPr lang="en-US" sz="1800" b="1" err="1">
                <a:latin typeface="Noto Sans Thai" panose="020B0502040504020204" pitchFamily="34" charset="-34"/>
                <a:ea typeface="+mn-lt"/>
                <a:cs typeface="Noto Sans Thai" panose="020B0502040504020204" pitchFamily="34" charset="-34"/>
              </a:rPr>
              <a:t>ผู้เรียน</a:t>
            </a:r>
            <a:endParaRPr lang="en-US" sz="1800" b="1">
              <a:latin typeface="Noto Sans Thai" panose="020B0502040504020204" pitchFamily="34" charset="-34"/>
              <a:cs typeface="Noto Sans Thai" panose="020B0502040504020204" pitchFamily="34" charset="-34"/>
            </a:endParaRPr>
          </a:p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E36486A-582B-BB41-FA7E-8AF562C27F4F}"/>
              </a:ext>
            </a:extLst>
          </p:cNvPr>
          <p:cNvSpPr txBox="1">
            <a:spLocks noGrp="1"/>
          </p:cNvSpPr>
          <p:nvPr>
            <p:ph type="body" sz="quarter" idx="19"/>
          </p:nvPr>
        </p:nvSpPr>
        <p:spPr>
          <a:xfrm>
            <a:off x="6275388" y="1303338"/>
            <a:ext cx="53038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err="1">
                <a:latin typeface="Noto Sans Thai" panose="020B0502040504020204" pitchFamily="34" charset="-34"/>
                <a:ea typeface="+mn-lt"/>
                <a:cs typeface="Noto Sans Thai" panose="020B0502040504020204" pitchFamily="34" charset="-34"/>
              </a:rPr>
              <a:t>ผลลัพธ์</a:t>
            </a:r>
            <a:endParaRPr lang="en-US" b="1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3EC5EAB-B24A-106C-6D1F-3C540E44FC28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/>
          <a:stretch>
            <a:fillRect/>
          </a:stretch>
        </p:blipFill>
        <p:spPr>
          <a:xfrm>
            <a:off x="925190" y="4465638"/>
            <a:ext cx="4679008" cy="204470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FF97DEA-E211-917F-8D91-A45AD03DC60C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4"/>
          <a:stretch>
            <a:fillRect/>
          </a:stretch>
        </p:blipFill>
        <p:spPr>
          <a:xfrm>
            <a:off x="6275388" y="1750755"/>
            <a:ext cx="5303837" cy="325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485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999E3-6498-7BC3-1160-840F657D1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58D7ACE-DFDB-7024-89FB-8927E1669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Profile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73877-3248-6ACD-CFBD-B1A6AD005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23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E3E28C-F5DC-B72C-D98A-57470438D21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CE67-35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ACA74DB-6892-E981-4BDE-F9F2D22D2251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rcRect b="33291"/>
          <a:stretch/>
        </p:blipFill>
        <p:spPr>
          <a:xfrm>
            <a:off x="1324337" y="1080304"/>
            <a:ext cx="9543326" cy="506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418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27E37CC-082B-F19A-C7AA-2D0517CF0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การสร้างบทเรียน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9CD7BB-2257-FA06-C656-58428DF08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FEF-EB9B-4769-8BD8-16668F925D52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615646-FA17-A0AD-BC76-AA6E17BF955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CE67-35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EA0162B-B469-F8D6-4ED6-E7C141216148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171" y="1080304"/>
            <a:ext cx="11111658" cy="5127120"/>
          </a:xfrm>
        </p:spPr>
      </p:pic>
      <p:pic>
        <p:nvPicPr>
          <p:cNvPr id="42" name="Content Placeholder 5">
            <a:extLst>
              <a:ext uri="{FF2B5EF4-FFF2-40B4-BE49-F238E27FC236}">
                <a16:creationId xmlns:a16="http://schemas.microsoft.com/office/drawing/2014/main" id="{6551C82E-B511-75C7-D276-A509C136F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68" t="8557" b="10399"/>
          <a:stretch/>
        </p:blipFill>
        <p:spPr>
          <a:xfrm>
            <a:off x="3592285" y="1520338"/>
            <a:ext cx="8059543" cy="4152674"/>
          </a:xfrm>
          <a:prstGeom prst="rect">
            <a:avLst/>
          </a:prstGeom>
        </p:spPr>
      </p:pic>
      <p:pic>
        <p:nvPicPr>
          <p:cNvPr id="27" name="Content Placeholder 5">
            <a:extLst>
              <a:ext uri="{FF2B5EF4-FFF2-40B4-BE49-F238E27FC236}">
                <a16:creationId xmlns:a16="http://schemas.microsoft.com/office/drawing/2014/main" id="{46B4EEBA-8570-26E7-E324-5D89BC6D01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" b="8"/>
          <a:stretch/>
        </p:blipFill>
        <p:spPr>
          <a:xfrm>
            <a:off x="661568" y="1080304"/>
            <a:ext cx="11063481" cy="5127120"/>
          </a:xfrm>
          <a:prstGeom prst="roundRect">
            <a:avLst>
              <a:gd name="adj" fmla="val 4656"/>
            </a:avLst>
          </a:prstGeom>
        </p:spPr>
      </p:pic>
      <p:pic>
        <p:nvPicPr>
          <p:cNvPr id="26" name="Content Placeholder 5">
            <a:extLst>
              <a:ext uri="{FF2B5EF4-FFF2-40B4-BE49-F238E27FC236}">
                <a16:creationId xmlns:a16="http://schemas.microsoft.com/office/drawing/2014/main" id="{EDFABC41-D266-CC12-8D80-C41F5194D1B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1568" y="1080304"/>
            <a:ext cx="11063481" cy="5127120"/>
          </a:xfrm>
          <a:prstGeom prst="roundRect">
            <a:avLst>
              <a:gd name="adj" fmla="val 4656"/>
            </a:avLst>
          </a:prstGeom>
        </p:spPr>
      </p:pic>
      <p:pic>
        <p:nvPicPr>
          <p:cNvPr id="43" name="Content Placeholder 5">
            <a:extLst>
              <a:ext uri="{FF2B5EF4-FFF2-40B4-BE49-F238E27FC236}">
                <a16:creationId xmlns:a16="http://schemas.microsoft.com/office/drawing/2014/main" id="{232742EB-C0C7-A825-9ED0-4E8DAA0705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7"/>
          <a:stretch/>
        </p:blipFill>
        <p:spPr>
          <a:xfrm>
            <a:off x="613392" y="1130300"/>
            <a:ext cx="11111658" cy="5069998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EEA3E65-B6E5-5527-26D1-228055837AE1}"/>
              </a:ext>
            </a:extLst>
          </p:cNvPr>
          <p:cNvSpPr/>
          <p:nvPr/>
        </p:nvSpPr>
        <p:spPr>
          <a:xfrm>
            <a:off x="2548575" y="1084262"/>
            <a:ext cx="1069019" cy="457200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0E2166F-CC39-16D7-84AE-2DCABBA3A564}"/>
              </a:ext>
            </a:extLst>
          </p:cNvPr>
          <p:cNvSpPr/>
          <p:nvPr/>
        </p:nvSpPr>
        <p:spPr>
          <a:xfrm>
            <a:off x="884367" y="1440878"/>
            <a:ext cx="2733227" cy="4923346"/>
          </a:xfrm>
          <a:prstGeom prst="roundRect">
            <a:avLst>
              <a:gd name="adj" fmla="val 6631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E8CB0B2-23D1-49EF-3555-05EFABA8F4C8}"/>
              </a:ext>
            </a:extLst>
          </p:cNvPr>
          <p:cNvSpPr/>
          <p:nvPr/>
        </p:nvSpPr>
        <p:spPr>
          <a:xfrm>
            <a:off x="884367" y="2751101"/>
            <a:ext cx="2733227" cy="339428"/>
          </a:xfrm>
          <a:prstGeom prst="roundRect">
            <a:avLst>
              <a:gd name="adj" fmla="val 6631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1FF55D4-D94B-40D4-85CE-651A771D6E8B}"/>
              </a:ext>
            </a:extLst>
          </p:cNvPr>
          <p:cNvSpPr/>
          <p:nvPr/>
        </p:nvSpPr>
        <p:spPr>
          <a:xfrm>
            <a:off x="884366" y="3089572"/>
            <a:ext cx="2733227" cy="339428"/>
          </a:xfrm>
          <a:prstGeom prst="roundRect">
            <a:avLst>
              <a:gd name="adj" fmla="val 6631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F7C0408-1D62-4B30-BEB6-D67475A09894}"/>
              </a:ext>
            </a:extLst>
          </p:cNvPr>
          <p:cNvSpPr/>
          <p:nvPr/>
        </p:nvSpPr>
        <p:spPr>
          <a:xfrm>
            <a:off x="884366" y="3823980"/>
            <a:ext cx="2733227" cy="339428"/>
          </a:xfrm>
          <a:prstGeom prst="roundRect">
            <a:avLst>
              <a:gd name="adj" fmla="val 6631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F35EB1B-95DD-DF55-6218-CB1B81DC29D4}"/>
              </a:ext>
            </a:extLst>
          </p:cNvPr>
          <p:cNvSpPr/>
          <p:nvPr/>
        </p:nvSpPr>
        <p:spPr>
          <a:xfrm>
            <a:off x="3522846" y="1440878"/>
            <a:ext cx="7657007" cy="3660511"/>
          </a:xfrm>
          <a:prstGeom prst="roundRect">
            <a:avLst>
              <a:gd name="adj" fmla="val 3476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1C64E5A-DCB8-A7A1-FF20-668DB6D52B36}"/>
              </a:ext>
            </a:extLst>
          </p:cNvPr>
          <p:cNvSpPr/>
          <p:nvPr/>
        </p:nvSpPr>
        <p:spPr>
          <a:xfrm>
            <a:off x="7316001" y="1512002"/>
            <a:ext cx="3863852" cy="339428"/>
          </a:xfrm>
          <a:prstGeom prst="roundRect">
            <a:avLst>
              <a:gd name="adj" fmla="val 6631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F25E3BE-E5B4-69FD-FCF3-C361B778E89A}"/>
              </a:ext>
            </a:extLst>
          </p:cNvPr>
          <p:cNvSpPr/>
          <p:nvPr/>
        </p:nvSpPr>
        <p:spPr>
          <a:xfrm>
            <a:off x="3566150" y="1891160"/>
            <a:ext cx="7501900" cy="2245367"/>
          </a:xfrm>
          <a:prstGeom prst="roundRect">
            <a:avLst>
              <a:gd name="adj" fmla="val 6631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C1F6E1F-0316-DB8F-D8C8-673090805688}"/>
              </a:ext>
            </a:extLst>
          </p:cNvPr>
          <p:cNvSpPr/>
          <p:nvPr/>
        </p:nvSpPr>
        <p:spPr>
          <a:xfrm>
            <a:off x="3591872" y="4230785"/>
            <a:ext cx="7501900" cy="1542953"/>
          </a:xfrm>
          <a:prstGeom prst="roundRect">
            <a:avLst>
              <a:gd name="adj" fmla="val 6631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13A861A-D873-755C-D7D4-2F7E52A686E4}"/>
              </a:ext>
            </a:extLst>
          </p:cNvPr>
          <p:cNvSpPr/>
          <p:nvPr/>
        </p:nvSpPr>
        <p:spPr>
          <a:xfrm>
            <a:off x="9808143" y="4325043"/>
            <a:ext cx="1194808" cy="328936"/>
          </a:xfrm>
          <a:prstGeom prst="roundRect">
            <a:avLst>
              <a:gd name="adj" fmla="val 6631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6FB3E86-D81C-D2EB-E96E-E6FDF146DE07}"/>
              </a:ext>
            </a:extLst>
          </p:cNvPr>
          <p:cNvSpPr/>
          <p:nvPr/>
        </p:nvSpPr>
        <p:spPr>
          <a:xfrm>
            <a:off x="10637716" y="5714796"/>
            <a:ext cx="609403" cy="339428"/>
          </a:xfrm>
          <a:prstGeom prst="roundRect">
            <a:avLst>
              <a:gd name="adj" fmla="val 6631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99AEAD9-3A12-3A80-238C-C0128A5191C9}"/>
              </a:ext>
            </a:extLst>
          </p:cNvPr>
          <p:cNvSpPr/>
          <p:nvPr/>
        </p:nvSpPr>
        <p:spPr>
          <a:xfrm>
            <a:off x="10460815" y="3891357"/>
            <a:ext cx="542136" cy="339428"/>
          </a:xfrm>
          <a:prstGeom prst="roundRect">
            <a:avLst>
              <a:gd name="adj" fmla="val 6631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A9B00D3-D0C2-A4D9-F6F3-7F68DF8BAC1B}"/>
              </a:ext>
            </a:extLst>
          </p:cNvPr>
          <p:cNvSpPr/>
          <p:nvPr/>
        </p:nvSpPr>
        <p:spPr>
          <a:xfrm>
            <a:off x="9663697" y="3544107"/>
            <a:ext cx="1499101" cy="1189817"/>
          </a:xfrm>
          <a:prstGeom prst="roundRect">
            <a:avLst>
              <a:gd name="adj" fmla="val 6631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800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0" animBg="1"/>
      <p:bldP spid="18" grpId="1" animBg="1"/>
      <p:bldP spid="21" grpId="0" animBg="1"/>
      <p:bldP spid="21" grpId="1" animBg="1"/>
      <p:bldP spid="22" grpId="0" animBg="1"/>
      <p:bldP spid="22" grpId="1" animBg="1"/>
      <p:bldP spid="25" grpId="0" animBg="1"/>
      <p:bldP spid="25" grpId="1" animBg="1"/>
      <p:bldP spid="28" grpId="0" animBg="1"/>
      <p:bldP spid="28" grpId="1" animBg="1"/>
      <p:bldP spid="31" grpId="0" animBg="1"/>
      <p:bldP spid="31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44" grpId="0" animBg="1"/>
      <p:bldP spid="44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1B797-8DA7-17A2-A103-AB1C6E5CF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B3A94F0-0638-EF51-2C47-B415CE43E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Community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12695-A19B-F6AB-C15F-09B298633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25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F1AFF16-1C5F-13F3-328E-D8566414CA5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CE67-35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3751DD0-80D2-EF08-E775-65C98975B04C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1359377" y="1113917"/>
            <a:ext cx="9473246" cy="546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66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EE01E-E62A-56E9-D3BD-46E4F4FF0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EE573DF2-D2DD-2E03-45FB-BE70599B1052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CBD12358-51D2-46B3-9BDE-DF29528B9454}" type="slidenum">
              <a:rPr 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26</a:t>
            </a:fld>
            <a:endParaRPr 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E6D4AF-2629-7BA9-752D-C2C038C14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i="0">
                <a:solidFill>
                  <a:srgbClr val="000000"/>
                </a:solidFill>
                <a:effectLst/>
                <a:latin typeface="Noto Sans Thai" panose="020B0502040504020204" pitchFamily="34" charset="-34"/>
                <a:cs typeface="Noto Sans Thai" panose="020B0502040504020204" pitchFamily="34" charset="-34"/>
              </a:rPr>
              <a:t>เทคโนโลยีที่ใช้</a:t>
            </a:r>
            <a:endParaRPr lang="en-US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233FFC-8EF2-47CE-E1BC-76E2127261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sz="6000" b="1" i="0">
                <a:solidFill>
                  <a:srgbClr val="000000"/>
                </a:solidFill>
                <a:effectLst/>
                <a:latin typeface="Noto Sans Thai" panose="020B0502040504020204" pitchFamily="34" charset="-34"/>
                <a:cs typeface="Noto Sans Thai" panose="020B0502040504020204" pitchFamily="34" charset="-34"/>
              </a:rPr>
              <a:t>0</a:t>
            </a:r>
            <a:r>
              <a:rPr lang="th-TH">
                <a:solidFill>
                  <a:srgbClr val="000000"/>
                </a:solidFill>
                <a:latin typeface="Noto Sans Thai" panose="020B0502040504020204" pitchFamily="34" charset="-34"/>
                <a:cs typeface="Noto Sans Thai" panose="020B0502040504020204" pitchFamily="34" charset="-34"/>
              </a:rPr>
              <a:t>3</a:t>
            </a:r>
            <a:endParaRPr lang="en-US" sz="6000">
              <a:latin typeface="Noto Sans Thai" panose="020B0502040504020204" pitchFamily="34" charset="-34"/>
              <a:cs typeface="Noto Sans Thai" panose="020B0502040504020204" pitchFamily="34" charset="-34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284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924FE-B435-3510-DDAD-AA44E82F4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8FE255-9095-FAF7-8C1D-A68D5E87B73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r>
              <a:rPr lang="en-US" sz="2800" b="1" i="0">
                <a:solidFill>
                  <a:srgbClr val="000000"/>
                </a:solidFill>
                <a:effectLst/>
                <a:latin typeface="Noto Sans Thai" panose="020B0502040504020204" pitchFamily="34" charset="-34"/>
                <a:cs typeface="Noto Sans Thai" panose="020B0502040504020204" pitchFamily="34" charset="-34"/>
              </a:rPr>
              <a:t>Software Architecture</a:t>
            </a:r>
            <a:endParaRPr lang="en-US" sz="2800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E2EFE-CBA4-D65E-660F-CD9AF63BB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27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6432251-0728-EC19-925E-1D06E426318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CE67-35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AD9DFE6-2C41-798C-1688-6452BE0B3FF4}"/>
              </a:ext>
            </a:extLst>
          </p:cNvPr>
          <p:cNvPicPr>
            <a:picLocks noGrp="1" noChangeAspect="1" noChangeArrowheads="1"/>
          </p:cNvPicPr>
          <p:nvPr>
            <p:ph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06" b="17606"/>
          <a:stretch/>
        </p:blipFill>
        <p:spPr bwMode="auto">
          <a:xfrm>
            <a:off x="613392" y="1684421"/>
            <a:ext cx="11175198" cy="4072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8070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75372-2E23-CE99-765B-8294F3C62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B6995E40-C72A-7869-C6AE-239EB8E3C13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CBD12358-51D2-46B3-9BDE-DF29528B9454}" type="slidenum">
              <a:rPr 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28</a:t>
            </a:fld>
            <a:endParaRPr 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E2C3A80-08A5-F152-7B5E-7435EA37A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b="1" i="0">
                <a:solidFill>
                  <a:srgbClr val="000000"/>
                </a:solidFill>
                <a:effectLst/>
                <a:latin typeface="Noto Sans Thai" panose="020B0502040504020204" pitchFamily="34" charset="-34"/>
                <a:cs typeface="Noto Sans Thai" panose="020B0502040504020204" pitchFamily="34" charset="-34"/>
              </a:rPr>
              <a:t>แนวทางการพัฒนาในอนาคต</a:t>
            </a:r>
            <a:endParaRPr lang="en-US">
              <a:latin typeface="Noto Sans Thai" panose="020B0502040504020204" pitchFamily="34" charset="-34"/>
              <a:cs typeface="Noto Sans Thai" panose="020B0502040504020204" pitchFamily="34" charset="-34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6656C9-6B8E-BA90-0CB3-22AFC86066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th-TH"/>
              <a:t>04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254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ECD74E-6D85-8069-25E9-F4E8BF7F4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FEF-EB9B-4769-8BD8-16668F925D52}" type="slidenum">
              <a:rPr lang="en-US" smtClean="0"/>
              <a:t>29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BF9E30-7DC8-E267-976A-05E663D8AFC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CE67-35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51F810F-AB6F-DDCE-E14C-00B7AD19553A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504443" y="1115847"/>
            <a:ext cx="5493078" cy="549307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C1AAE2-6BB6-777F-06E6-87C324CD91B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085158" y="2154574"/>
            <a:ext cx="4513144" cy="327020"/>
          </a:xfrm>
        </p:spPr>
        <p:txBody>
          <a:bodyPr/>
          <a:lstStyle/>
          <a:p>
            <a:r>
              <a:rPr lang="th-TH" sz="2400"/>
              <a:t>เพิ่มโหมดการเรียนรู้ในรูปแบบเกม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DF0813-2143-60CA-51E3-DDA2B11003B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085158" y="3008480"/>
            <a:ext cx="4513144" cy="327020"/>
          </a:xfrm>
        </p:spPr>
        <p:txBody>
          <a:bodyPr/>
          <a:lstStyle/>
          <a:p>
            <a:r>
              <a:rPr lang="th-TH" sz="2400"/>
              <a:t>รองรับฐานข้อมูลหลายประเภท</a:t>
            </a:r>
          </a:p>
          <a:p>
            <a:endParaRPr lang="en-US" sz="24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94BE1A-B3EF-BE39-0C0D-DFE7AD3FCA5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085158" y="3862386"/>
            <a:ext cx="4513144" cy="327020"/>
          </a:xfrm>
        </p:spPr>
        <p:txBody>
          <a:bodyPr/>
          <a:lstStyle/>
          <a:p>
            <a:r>
              <a:rPr lang="th-TH" sz="2400"/>
              <a:t>แสดงผลลัพธ์ในรูปแบบอนิเม</a:t>
            </a:r>
            <a:r>
              <a:rPr lang="th-TH" sz="2400" err="1"/>
              <a:t>ชั่น</a:t>
            </a:r>
            <a:endParaRPr lang="th-TH" sz="2400"/>
          </a:p>
          <a:p>
            <a:endParaRPr lang="en-US" sz="240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730FBB2-5716-20A5-93F0-561D7E132EA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85158" y="4716292"/>
            <a:ext cx="4513144" cy="327020"/>
          </a:xfrm>
        </p:spPr>
        <p:txBody>
          <a:bodyPr/>
          <a:lstStyle/>
          <a:p>
            <a:r>
              <a:rPr lang="th-TH" sz="2400"/>
              <a:t>ฟีเจอร์การสอนผ่านวิดีโอ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4708E8D-037C-E530-596D-A960AD32C87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 flipH="1">
            <a:off x="914400" y="839252"/>
            <a:ext cx="10683902" cy="600076"/>
          </a:xfrm>
        </p:spPr>
        <p:txBody>
          <a:bodyPr/>
          <a:lstStyle/>
          <a:p>
            <a:r>
              <a:rPr lang="th-TH" sz="3600" b="1" i="0" noProof="0">
                <a:solidFill>
                  <a:srgbClr val="000000"/>
                </a:solidFill>
                <a:effectLst/>
                <a:latin typeface="Noto Sans Thai" panose="020B0502040504020204" pitchFamily="34" charset="-34"/>
                <a:cs typeface="Noto Sans Thai" panose="020B0502040504020204" pitchFamily="34" charset="-34"/>
              </a:rPr>
              <a:t>แนวทางการพัฒนาในอนาคต</a:t>
            </a:r>
            <a:endParaRPr lang="th-TH" sz="3600" noProof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103C118E-3564-0A31-FD72-2182440547DE}"/>
              </a:ext>
            </a:extLst>
          </p:cNvPr>
          <p:cNvSpPr txBox="1">
            <a:spLocks/>
          </p:cNvSpPr>
          <p:nvPr/>
        </p:nvSpPr>
        <p:spPr>
          <a:xfrm>
            <a:off x="6458876" y="2154574"/>
            <a:ext cx="626282" cy="3270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01</a:t>
            </a:r>
            <a:endParaRPr lang="th-TH" sz="240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A56F222E-F513-CF2E-557D-D581ABE6DA61}"/>
              </a:ext>
            </a:extLst>
          </p:cNvPr>
          <p:cNvSpPr txBox="1">
            <a:spLocks/>
          </p:cNvSpPr>
          <p:nvPr/>
        </p:nvSpPr>
        <p:spPr>
          <a:xfrm>
            <a:off x="6458876" y="3008480"/>
            <a:ext cx="626282" cy="3270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02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8EA9267-420D-AA54-B690-F8A99AEDC945}"/>
              </a:ext>
            </a:extLst>
          </p:cNvPr>
          <p:cNvSpPr txBox="1">
            <a:spLocks/>
          </p:cNvSpPr>
          <p:nvPr/>
        </p:nvSpPr>
        <p:spPr>
          <a:xfrm>
            <a:off x="6458876" y="3862386"/>
            <a:ext cx="626282" cy="3270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03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4D39ECDC-C7DC-AAE5-C03A-0D8D1690FE1F}"/>
              </a:ext>
            </a:extLst>
          </p:cNvPr>
          <p:cNvSpPr txBox="1">
            <a:spLocks/>
          </p:cNvSpPr>
          <p:nvPr/>
        </p:nvSpPr>
        <p:spPr>
          <a:xfrm>
            <a:off x="6458876" y="4716292"/>
            <a:ext cx="626282" cy="3270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04</a:t>
            </a:r>
            <a:endParaRPr lang="th-TH" sz="2400"/>
          </a:p>
        </p:txBody>
      </p:sp>
    </p:spTree>
    <p:extLst>
      <p:ext uri="{BB962C8B-B14F-4D97-AF65-F5344CB8AC3E}">
        <p14:creationId xmlns:p14="http://schemas.microsoft.com/office/powerpoint/2010/main" val="12316066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BFC4A-564B-7F40-956F-A4674603D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A3FEF-EB9B-4769-8BD8-16668F925D52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44E2B7-FB54-7A2A-C75E-D71D0B9D42F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CE67-35</a:t>
            </a:r>
          </a:p>
        </p:txBody>
      </p:sp>
      <p:pic>
        <p:nvPicPr>
          <p:cNvPr id="8" name="Picture 7" descr="A group of chat bubbles with white letters&#10;&#10;AI-generated content may be incorrect.">
            <a:extLst>
              <a:ext uri="{FF2B5EF4-FFF2-40B4-BE49-F238E27FC236}">
                <a16:creationId xmlns:a16="http://schemas.microsoft.com/office/drawing/2014/main" id="{1D2A16B9-00A9-A7B9-38C7-7E18D2A3C3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7100" t="14737" r="7100" b="14737"/>
          <a:stretch/>
        </p:blipFill>
        <p:spPr>
          <a:xfrm>
            <a:off x="3153878" y="1010653"/>
            <a:ext cx="5884244" cy="483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35410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Noto Sans Thai">
      <a:majorFont>
        <a:latin typeface="Noto Sans Thai"/>
        <a:ea typeface=""/>
        <a:cs typeface="Noto Sans Thai"/>
      </a:majorFont>
      <a:minorFont>
        <a:latin typeface="Noto Sans Thai"/>
        <a:ea typeface=""/>
        <a:cs typeface="Noto Sans Tha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5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3C93FAE1-55D7-41E6-81F8-809DA77D30A8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4C82AE6-9F7F-45A5-A29A-B31C72B20970}">
  <we:reference id="wa200000113" version="1.0.0.0" store="en-US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3c12d9c-385b-4436-ae18-934eecc0153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6CA24E645D034F82D263372FABFB57" ma:contentTypeVersion="9" ma:contentTypeDescription="Create a new document." ma:contentTypeScope="" ma:versionID="d6f3d0870d03e9f1bf23ee54bc185118">
  <xsd:schema xmlns:xsd="http://www.w3.org/2001/XMLSchema" xmlns:xs="http://www.w3.org/2001/XMLSchema" xmlns:p="http://schemas.microsoft.com/office/2006/metadata/properties" xmlns:ns3="93c12d9c-385b-4436-ae18-934eecc0153b" targetNamespace="http://schemas.microsoft.com/office/2006/metadata/properties" ma:root="true" ma:fieldsID="96e0f404bce4a3fce6685b5aa12d5003" ns3:_="">
    <xsd:import namespace="93c12d9c-385b-4436-ae18-934eecc0153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c12d9c-385b-4436-ae18-934eecc015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2D96AF-4C9E-4DD0-A165-CD22BB87D0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349358-775F-4CF9-9AE6-33A7901637EF}">
  <ds:schemaRefs>
    <ds:schemaRef ds:uri="http://www.w3.org/XML/1998/namespace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fopath/2007/PartnerControls"/>
    <ds:schemaRef ds:uri="93c12d9c-385b-4436-ae18-934eecc0153b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8527603-FBB9-4AC9-87D9-8FF8E2F89977}">
  <ds:schemaRefs>
    <ds:schemaRef ds:uri="93c12d9c-385b-4436-ae18-934eecc0153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725</Words>
  <Application>Microsoft Office PowerPoint</Application>
  <PresentationFormat>Widescreen</PresentationFormat>
  <Paragraphs>191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Noto Sans Thai</vt:lpstr>
      <vt:lpstr>Calibri</vt:lpstr>
      <vt:lpstr>Kollektif Bold</vt:lpstr>
      <vt:lpstr>Aptos</vt:lpstr>
      <vt:lpstr>Helvetica</vt:lpstr>
      <vt:lpstr>Custom Design</vt:lpstr>
      <vt:lpstr>SQL TUTOR</vt:lpstr>
      <vt:lpstr>ที่มาและความสำคัญ</vt:lpstr>
      <vt:lpstr>PowerPoint Presentation</vt:lpstr>
      <vt:lpstr>PowerPoint Presentation</vt:lpstr>
      <vt:lpstr>PowerPoint Presentation</vt:lpstr>
      <vt:lpstr>PowerPoint Presentation</vt:lpstr>
      <vt:lpstr>ภาพรวมและการทำงานของระบบ</vt:lpstr>
      <vt:lpstr>PowerPoint Presentation</vt:lpstr>
      <vt:lpstr>PowerPoint Presentation</vt:lpstr>
      <vt:lpstr>PowerPoint Presentation</vt:lpstr>
      <vt:lpstr>Content ที่ใช้ในการสอน</vt:lpstr>
      <vt:lpstr>Database ที่ใช้ในการฝึกทำโจทย์</vt:lpstr>
      <vt:lpstr>ตัวอย่างบทเรียน</vt:lpstr>
      <vt:lpstr>ตัวอย่างบทเรียน</vt:lpstr>
      <vt:lpstr>ตัวอย่าง Quiz</vt:lpstr>
      <vt:lpstr>ตัวอย่าง Quiz</vt:lpstr>
      <vt:lpstr>PowerPoint Presentation</vt:lpstr>
      <vt:lpstr>PowerPoint Presentation</vt:lpstr>
      <vt:lpstr>กรณีลำดับแถวผิด </vt:lpstr>
      <vt:lpstr>กรณีจำนวนแถวไม่ตรงกัน </vt:lpstr>
      <vt:lpstr>กรณีจำนวนคอลัมน์ไม่ตรงกัน</vt:lpstr>
      <vt:lpstr>กรณีค่าผิดในบางแถว</vt:lpstr>
      <vt:lpstr>Profile</vt:lpstr>
      <vt:lpstr>การสร้างบทเรียน</vt:lpstr>
      <vt:lpstr>Community</vt:lpstr>
      <vt:lpstr>เทคโนโลยีที่ใช้</vt:lpstr>
      <vt:lpstr>Software Architecture</vt:lpstr>
      <vt:lpstr>แนวทางการพัฒนาในอนาคต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Chanakan Sittisangumpai</dc:creator>
  <cp:lastModifiedBy>Chanakan Sittisangumpai</cp:lastModifiedBy>
  <cp:revision>3</cp:revision>
  <dcterms:created xsi:type="dcterms:W3CDTF">2025-03-04T15:32:39Z</dcterms:created>
  <dcterms:modified xsi:type="dcterms:W3CDTF">2025-03-10T01:58:08Z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0x010100746CA24E645D034F82D263372FABFB57</vt:lpwstr>
  </property>
</Properties>
</file>