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8288000" cy="10287000"/>
  <p:notesSz cx="6858000" cy="9144000"/>
  <p:embeddedFontLst>
    <p:embeddedFont>
      <p:font typeface="Lazydog" panose="020B0604020202020204" charset="0"/>
      <p:regular r:id="rId73"/>
    </p:embeddedFont>
    <p:embeddedFont>
      <p:font typeface="Rubik" panose="020B0604020202020204" charset="-79"/>
      <p:regular r:id="rId74"/>
    </p:embeddedFont>
    <p:embeddedFont>
      <p:font typeface="Rubik Bold" panose="020B0604020202020204" charset="-79"/>
      <p:regular r:id="rId7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917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2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1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ให้เล่าประมาณว่าต้องหาเพื่อนำไปใช้กับการ Filter และการทำระบบ Recommendation System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ให้เล่าประมาณว่าต้องหาเพื่อนำไปใช้กับการ Filter และการทำระบบ Recommendation System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ขั้นตอนถัดมาจะเป็นวิธีการ scrap ข้อมูลของกลุ่มพวกเราครับ โดยที่ เราจะใช้ google map ในการ scrap สถานที่ท่องเที่ยว โดยมีการทำดังนี้ครับ ขั้นตอนแรก ทำการ loop card ของสถานที่ท่องเที่ยวทั้งหมดเพื่อเก็บเป็น element ใว้โดยใช้ Selenium และ </a:t>
            </a:r>
          </a:p>
          <a:p>
            <a:r>
              <a:rPr lang="en-US"/>
              <a:t>Beautyful soup ครับ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ให้เล่าประมาณว่าต้องหาเพื่อนำไปใช้กับการ Filter และการทำระบบ Recommendation System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สร้างระบบ Hybrid Recommender ด้วย K-Nearest Neighbors (KNN) ซึ่งจะนําวิธีการแบบ content-based และ collaborative filtering มาสลับการใช้งานกันตามความเหมาะสมในด้านต่าง ๆ</a:t>
            </a:r>
          </a:p>
          <a:p>
            <a:r>
              <a:rPr lang="en-US"/>
              <a:t>Content-Based Filtering</a:t>
            </a:r>
          </a:p>
          <a:p>
            <a:r>
              <a:rPr lang="en-US"/>
              <a:t>แนะนําสถานที่ท่องเที่ยวโดยวิเคราะห์จากคุณสมบัติของสถานที่ท่องเที่ยวที่ผู้ใช้น่าจะชอบมากที่สุด</a:t>
            </a:r>
          </a:p>
          <a:p>
            <a:r>
              <a:rPr lang="en-US"/>
              <a:t>เหมาะสำหรับผู้ใช้งานใหม่ที่ยังไม่มีข้อมูลการให้คะแนนในระบบ</a:t>
            </a:r>
          </a:p>
          <a:p>
            <a:endParaRPr lang="en-US"/>
          </a:p>
          <a:p>
            <a:r>
              <a:rPr lang="en-US"/>
              <a:t>Collaborative Filtering</a:t>
            </a:r>
          </a:p>
          <a:p>
            <a:r>
              <a:rPr lang="en-US"/>
              <a:t>แนะนําสถานที่ท่องเที่ยวโดยวิเคราะห์จากผู้ใช้คนอื่นที่มีพฤติกรรมคล้ายกัน</a:t>
            </a:r>
          </a:p>
          <a:p>
            <a:r>
              <a:rPr lang="en-US"/>
              <a:t>เหมาะสำหรับสถานการณ์ที่ผู้ใช้งานเป้าหมายได้ทำการให้คะแนนมากพอ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ให้เล่าประมาณว่าต้องหาเพื่อนำไปใช้กับการ Filter และการทำระบบ Recommendation System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ให้เล่าประมาณว่าต้องหาเพื่อนำไปใช้กับการ Filter และการทำระบบ Recommendation System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 ?><Relationships xmlns="http://schemas.openxmlformats.org/package/2006/relationships"><Relationship Id="rId8" Target="../media/image15.jpeg" Type="http://schemas.openxmlformats.org/officeDocument/2006/relationships/image"/><Relationship Id="rId3" Target="../media/image12.svg" Type="http://schemas.openxmlformats.org/officeDocument/2006/relationships/image"/><Relationship Id="rId7" Target="../media/image14.jpeg" Type="http://schemas.openxmlformats.org/officeDocument/2006/relationships/image"/><Relationship Id="rId2" Target="../media/image1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3.jpeg" Type="http://schemas.openxmlformats.org/officeDocument/2006/relationships/image"/><Relationship Id="rId11" Target="../media/image4.svg" Type="http://schemas.openxmlformats.org/officeDocument/2006/relationships/image"/><Relationship Id="rId5" Target="../media/image2.svg" Type="http://schemas.openxmlformats.org/officeDocument/2006/relationships/image"/><Relationship Id="rId10" Target="../media/image3.png" Type="http://schemas.openxmlformats.org/officeDocument/2006/relationships/image"/><Relationship Id="rId4" Target="../media/image1.pn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.svg"/><Relationship Id="rId5" Type="http://schemas.openxmlformats.org/officeDocument/2006/relationships/image" Target="../media/image22.svg"/><Relationship Id="rId15" Type="http://schemas.openxmlformats.org/officeDocument/2006/relationships/image" Target="../media/image28.sv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/Relationships>
</file>

<file path=ppt/slides/_rels/slide5.xml.rels><?xml version="1.0" encoding="UTF-8" standalone="yes" ?><Relationships xmlns="http://schemas.openxmlformats.org/package/2006/relationships"><Relationship Id="rId8" Target="../media/image1.png" Type="http://schemas.openxmlformats.org/officeDocument/2006/relationships/image"/><Relationship Id="rId13" Target="../media/image30.jpeg" Type="http://schemas.openxmlformats.org/officeDocument/2006/relationships/image"/><Relationship Id="rId3" Target="../media/image20.svg" Type="http://schemas.openxmlformats.org/officeDocument/2006/relationships/image"/><Relationship Id="rId7" Target="../media/image26.svg" Type="http://schemas.openxmlformats.org/officeDocument/2006/relationships/image"/><Relationship Id="rId12" Target="../media/image29.jpeg" Type="http://schemas.openxmlformats.org/officeDocument/2006/relationships/image"/><Relationship Id="rId2" Target="../media/image19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25.png" Type="http://schemas.openxmlformats.org/officeDocument/2006/relationships/image"/><Relationship Id="rId11" Target="../media/image4.svg" Type="http://schemas.openxmlformats.org/officeDocument/2006/relationships/image"/><Relationship Id="rId5" Target="../media/image22.svg" Type="http://schemas.openxmlformats.org/officeDocument/2006/relationships/image"/><Relationship Id="rId10" Target="../media/image3.png" Type="http://schemas.openxmlformats.org/officeDocument/2006/relationships/image"/><Relationship Id="rId4" Target="../media/image21.png" Type="http://schemas.openxmlformats.org/officeDocument/2006/relationships/image"/><Relationship Id="rId9" Target="../media/image2.svg" Type="http://schemas.openxmlformats.org/officeDocument/2006/relationships/image"/><Relationship Id="rId14" Target="../media/image31.jpeg" Type="http://schemas.openxmlformats.org/officeDocument/2006/relationships/image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svg"/><Relationship Id="rId3" Type="http://schemas.openxmlformats.org/officeDocument/2006/relationships/image" Target="../media/image33.svg"/><Relationship Id="rId7" Type="http://schemas.openxmlformats.org/officeDocument/2006/relationships/image" Target="../media/image22.svg"/><Relationship Id="rId12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.svg"/><Relationship Id="rId5" Type="http://schemas.openxmlformats.org/officeDocument/2006/relationships/image" Target="../media/image20.svg"/><Relationship Id="rId10" Type="http://schemas.openxmlformats.org/officeDocument/2006/relationships/image" Target="../media/image1.png"/><Relationship Id="rId4" Type="http://schemas.openxmlformats.org/officeDocument/2006/relationships/image" Target="../media/image19.png"/><Relationship Id="rId9" Type="http://schemas.openxmlformats.org/officeDocument/2006/relationships/image" Target="../media/image26.svg"/><Relationship Id="rId14" Type="http://schemas.openxmlformats.org/officeDocument/2006/relationships/image" Target="../media/image34.jpeg"/></Relationships>
</file>

<file path=ppt/slides/_rels/slide7.xml.rels><?xml version="1.0" encoding="UTF-8" standalone="yes" ?><Relationships xmlns="http://schemas.openxmlformats.org/package/2006/relationships"><Relationship Id="rId8" Target="../media/image1.png" Type="http://schemas.openxmlformats.org/officeDocument/2006/relationships/image"/><Relationship Id="rId3" Target="../media/image20.svg" Type="http://schemas.openxmlformats.org/officeDocument/2006/relationships/image"/><Relationship Id="rId7" Target="../media/image26.svg" Type="http://schemas.openxmlformats.org/officeDocument/2006/relationships/image"/><Relationship Id="rId12" Target="../media/image35.jpeg" Type="http://schemas.openxmlformats.org/officeDocument/2006/relationships/image"/><Relationship Id="rId2" Target="../media/image19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25.png" Type="http://schemas.openxmlformats.org/officeDocument/2006/relationships/image"/><Relationship Id="rId11" Target="../media/image4.svg" Type="http://schemas.openxmlformats.org/officeDocument/2006/relationships/image"/><Relationship Id="rId5" Target="../media/image22.svg" Type="http://schemas.openxmlformats.org/officeDocument/2006/relationships/image"/><Relationship Id="rId10" Target="../media/image3.png" Type="http://schemas.openxmlformats.org/officeDocument/2006/relationships/image"/><Relationship Id="rId4" Target="../media/image2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8.xml.rels><?xml version="1.0" encoding="UTF-8" standalone="yes" ?><Relationships xmlns="http://schemas.openxmlformats.org/package/2006/relationships"><Relationship Id="rId8" Target="../media/image7.png" Type="http://schemas.openxmlformats.org/officeDocument/2006/relationships/image"/><Relationship Id="rId3" Target="../media/image37.svg" Type="http://schemas.openxmlformats.org/officeDocument/2006/relationships/image"/><Relationship Id="rId7" Target="../media/image41.svg" Type="http://schemas.openxmlformats.org/officeDocument/2006/relationships/image"/><Relationship Id="rId2" Target="../media/image36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40.png" Type="http://schemas.openxmlformats.org/officeDocument/2006/relationships/image"/><Relationship Id="rId5" Target="../media/image39.svg" Type="http://schemas.openxmlformats.org/officeDocument/2006/relationships/image"/><Relationship Id="rId10" Target="../media/image42.jpeg" Type="http://schemas.openxmlformats.org/officeDocument/2006/relationships/image"/><Relationship Id="rId4" Target="../media/image38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 ?><Relationships xmlns="http://schemas.openxmlformats.org/package/2006/relationships"><Relationship Id="rId3" Target="../media/image8.svg" Type="http://schemas.openxmlformats.org/officeDocument/2006/relationships/image"/><Relationship Id="rId7" Target="../media/image44.jpeg" Type="http://schemas.openxmlformats.org/officeDocument/2006/relationships/image"/><Relationship Id="rId2" Target="../media/image7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43.jpeg" Type="http://schemas.openxmlformats.org/officeDocument/2006/relationships/image"/><Relationship Id="rId5" Target="../media/image39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0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45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1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13" Target="../media/image47.gif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46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2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48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3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49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4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50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5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51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6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13" Target="../media/image44.jpe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43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7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49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8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52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9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53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6.svg"/><Relationship Id="rId5" Type="http://schemas.openxmlformats.org/officeDocument/2006/relationships/image" Target="../media/image4.sv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21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13" Target="../media/image56.jpe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55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Relationship Id="rId14" Target="../media/image57.jpeg" Type="http://schemas.openxmlformats.org/officeDocument/2006/relationships/image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.svg"/><Relationship Id="rId5" Type="http://schemas.openxmlformats.org/officeDocument/2006/relationships/image" Target="../media/image22.svg"/><Relationship Id="rId15" Type="http://schemas.openxmlformats.org/officeDocument/2006/relationships/image" Target="../media/image28.sv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59.sv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6.svg"/><Relationship Id="rId5" Type="http://schemas.openxmlformats.org/officeDocument/2006/relationships/image" Target="../media/image4.sv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1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4.svg"/></Relationships>
</file>

<file path=ppt/slides/_rels/slide25.xml.rels><?xml version="1.0" encoding="UTF-8" standalone="yes" ?><Relationships xmlns="http://schemas.openxmlformats.org/package/2006/relationships"><Relationship Id="rId8" Target="../media/image25.png" Type="http://schemas.openxmlformats.org/officeDocument/2006/relationships/image"/><Relationship Id="rId3" Target="../media/image2.svg" Type="http://schemas.openxmlformats.org/officeDocument/2006/relationships/image"/><Relationship Id="rId7" Target="../media/image22.svg" Type="http://schemas.openxmlformats.org/officeDocument/2006/relationships/image"/><Relationship Id="rId12" Target="../media/image62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21.png" Type="http://schemas.openxmlformats.org/officeDocument/2006/relationships/image"/><Relationship Id="rId11" Target="../media/image61.jpeg" Type="http://schemas.openxmlformats.org/officeDocument/2006/relationships/image"/><Relationship Id="rId5" Target="../media/image20.svg" Type="http://schemas.openxmlformats.org/officeDocument/2006/relationships/image"/><Relationship Id="rId10" Target="../media/image60.jpeg" Type="http://schemas.openxmlformats.org/officeDocument/2006/relationships/image"/><Relationship Id="rId4" Target="../media/image19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26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13" Target="../media/image64.jpe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63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7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13" Target="../media/image66.jpe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65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8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13" Target="../media/image67.pn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66.jpe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1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4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4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68.png"/><Relationship Id="rId5" Type="http://schemas.openxmlformats.org/officeDocument/2006/relationships/image" Target="../media/image19.png"/><Relationship Id="rId10" Type="http://schemas.openxmlformats.org/officeDocument/2006/relationships/image" Target="../media/image26.svg"/><Relationship Id="rId4" Type="http://schemas.openxmlformats.org/officeDocument/2006/relationships/image" Target="../media/image2.svg"/><Relationship Id="rId9" Type="http://schemas.openxmlformats.org/officeDocument/2006/relationships/image" Target="../media/image25.png"/></Relationships>
</file>

<file path=ppt/slides/_rels/slide31.xml.rels><?xml version="1.0" encoding="UTF-8" standalone="yes" ?><Relationships xmlns="http://schemas.openxmlformats.org/package/2006/relationships"><Relationship Id="rId8" Target="../media/image22.svg" Type="http://schemas.openxmlformats.org/officeDocument/2006/relationships/image"/><Relationship Id="rId13" Target="../media/image4.svg" Type="http://schemas.openxmlformats.org/officeDocument/2006/relationships/image"/><Relationship Id="rId3" Target="../media/image1.png" Type="http://schemas.openxmlformats.org/officeDocument/2006/relationships/image"/><Relationship Id="rId7" Target="../media/image21.png" Type="http://schemas.openxmlformats.org/officeDocument/2006/relationships/image"/><Relationship Id="rId12" Target="../media/image3.png" Type="http://schemas.openxmlformats.org/officeDocument/2006/relationships/image"/><Relationship Id="rId2" Target="../notesSlides/notesSlide4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20.svg" Type="http://schemas.openxmlformats.org/officeDocument/2006/relationships/image"/><Relationship Id="rId11" Target="../media/image69.jpeg" Type="http://schemas.openxmlformats.org/officeDocument/2006/relationships/image"/><Relationship Id="rId5" Target="../media/image19.png" Type="http://schemas.openxmlformats.org/officeDocument/2006/relationships/image"/><Relationship Id="rId10" Target="../media/image26.svg" Type="http://schemas.openxmlformats.org/officeDocument/2006/relationships/image"/><Relationship Id="rId4" Target="../media/image2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0" Type="http://schemas.openxmlformats.org/officeDocument/2006/relationships/image" Target="../media/image26.svg"/><Relationship Id="rId4" Type="http://schemas.openxmlformats.org/officeDocument/2006/relationships/image" Target="../media/image2.svg"/><Relationship Id="rId9" Type="http://schemas.openxmlformats.org/officeDocument/2006/relationships/image" Target="../media/image25.png"/></Relationships>
</file>

<file path=ppt/slides/_rels/slide33.xml.rels><?xml version="1.0" encoding="UTF-8" standalone="yes" ?><Relationships xmlns="http://schemas.openxmlformats.org/package/2006/relationships"><Relationship Id="rId8" Target="../media/image74.jpeg" Type="http://schemas.openxmlformats.org/officeDocument/2006/relationships/image"/><Relationship Id="rId3" Target="../media/image1.png" Type="http://schemas.openxmlformats.org/officeDocument/2006/relationships/image"/><Relationship Id="rId7" Target="../media/image73.png" Type="http://schemas.openxmlformats.org/officeDocument/2006/relationships/image"/><Relationship Id="rId2" Target="../notesSlides/notesSlide6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72.png" Type="http://schemas.openxmlformats.org/officeDocument/2006/relationships/image"/><Relationship Id="rId5" Target="../media/image71.jpeg" Type="http://schemas.openxmlformats.org/officeDocument/2006/relationships/image"/><Relationship Id="rId4" Target="../media/image2.svg" Type="http://schemas.openxmlformats.org/officeDocument/2006/relationships/image"/><Relationship Id="rId9" Target="../media/image75.jpeg" Type="http://schemas.openxmlformats.org/officeDocument/2006/relationships/image"/></Relationships>
</file>

<file path=ppt/slides/_rels/slide34.xml.rels><?xml version="1.0" encoding="UTF-8" standalone="yes" ?><Relationships xmlns="http://schemas.openxmlformats.org/package/2006/relationships"><Relationship Id="rId8" Target="../media/image3.png" Type="http://schemas.openxmlformats.org/officeDocument/2006/relationships/image"/><Relationship Id="rId3" Target="../media/image1.png" Type="http://schemas.openxmlformats.org/officeDocument/2006/relationships/image"/><Relationship Id="rId7" Target="../media/image78.jpeg" Type="http://schemas.openxmlformats.org/officeDocument/2006/relationships/image"/><Relationship Id="rId2" Target="../notesSlides/notesSlide7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77.jpeg" Type="http://schemas.openxmlformats.org/officeDocument/2006/relationships/image"/><Relationship Id="rId5" Target="../media/image76.png" Type="http://schemas.openxmlformats.org/officeDocument/2006/relationships/image"/><Relationship Id="rId4" Target="../media/image2.svg" Type="http://schemas.openxmlformats.org/officeDocument/2006/relationships/image"/><Relationship Id="rId9" Target="../media/image4.svg" Type="http://schemas.openxmlformats.org/officeDocument/2006/relationships/image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6.xml.rels><?xml version="1.0" encoding="UTF-8" standalone="yes" ?><Relationships xmlns="http://schemas.openxmlformats.org/package/2006/relationships"><Relationship Id="rId8" Target="../media/image82.jpeg" Type="http://schemas.openxmlformats.org/officeDocument/2006/relationships/image"/><Relationship Id="rId3" Target="../media/image1.png" Type="http://schemas.openxmlformats.org/officeDocument/2006/relationships/image"/><Relationship Id="rId7" Target="../media/image81.jpeg" Type="http://schemas.openxmlformats.org/officeDocument/2006/relationships/image"/><Relationship Id="rId12" Target="../media/image84.png" Type="http://schemas.openxmlformats.org/officeDocument/2006/relationships/image"/><Relationship Id="rId2" Target="../notesSlides/notesSlide9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80.jpeg" Type="http://schemas.openxmlformats.org/officeDocument/2006/relationships/image"/><Relationship Id="rId11" Target="../media/image4.svg" Type="http://schemas.openxmlformats.org/officeDocument/2006/relationships/image"/><Relationship Id="rId5" Target="../media/image79.jpeg" Type="http://schemas.openxmlformats.org/officeDocument/2006/relationships/image"/><Relationship Id="rId10" Target="../media/image3.png" Type="http://schemas.openxmlformats.org/officeDocument/2006/relationships/image"/><Relationship Id="rId4" Target="../media/image2.sv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37.xml.rels><?xml version="1.0" encoding="UTF-8" standalone="yes" ?><Relationships xmlns="http://schemas.openxmlformats.org/package/2006/relationships"><Relationship Id="rId8" Target="../media/image4.svg" Type="http://schemas.openxmlformats.org/officeDocument/2006/relationships/image"/><Relationship Id="rId3" Target="../media/image1.png" Type="http://schemas.openxmlformats.org/officeDocument/2006/relationships/image"/><Relationship Id="rId7" Target="../media/image3.png" Type="http://schemas.openxmlformats.org/officeDocument/2006/relationships/image"/><Relationship Id="rId2" Target="../notesSlides/notesSlide10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86.jpeg" Type="http://schemas.openxmlformats.org/officeDocument/2006/relationships/image"/><Relationship Id="rId5" Target="../media/image85.jpeg" Type="http://schemas.openxmlformats.org/officeDocument/2006/relationships/image"/><Relationship Id="rId4" Target="../media/image2.sv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38.xml.rels><?xml version="1.0" encoding="UTF-8" standalone="yes" ?><Relationships xmlns="http://schemas.openxmlformats.org/package/2006/relationships"><Relationship Id="rId3" Target="../media/image1.png" Type="http://schemas.openxmlformats.org/officeDocument/2006/relationships/image"/><Relationship Id="rId7" Target="../media/image88.jpeg" Type="http://schemas.openxmlformats.org/officeDocument/2006/relationships/image"/><Relationship Id="rId2" Target="../notesSlides/notesSlide11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4.svg" Type="http://schemas.openxmlformats.org/officeDocument/2006/relationships/image"/><Relationship Id="rId5" Target="../media/image3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9.xml.rels><?xml version="1.0" encoding="UTF-8" standalone="yes" ?><Relationships xmlns="http://schemas.openxmlformats.org/package/2006/relationships"><Relationship Id="rId3" Target="../media/image1.png" Type="http://schemas.openxmlformats.org/officeDocument/2006/relationships/image"/><Relationship Id="rId7" Target="../media/image89.jpeg" Type="http://schemas.openxmlformats.org/officeDocument/2006/relationships/image"/><Relationship Id="rId2" Target="../notesSlides/notesSlide12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4.svg" Type="http://schemas.openxmlformats.org/officeDocument/2006/relationships/image"/><Relationship Id="rId5" Target="../media/image3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0.xml.rels><?xml version="1.0" encoding="UTF-8" standalone="yes" ?><Relationships xmlns="http://schemas.openxmlformats.org/package/2006/relationships"><Relationship Id="rId3" Target="../media/image1.png" Type="http://schemas.openxmlformats.org/officeDocument/2006/relationships/image"/><Relationship Id="rId7" Target="../media/image90.jpeg" Type="http://schemas.openxmlformats.org/officeDocument/2006/relationships/image"/><Relationship Id="rId2" Target="../notesSlides/notesSlide13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4.svg" Type="http://schemas.openxmlformats.org/officeDocument/2006/relationships/image"/><Relationship Id="rId5" Target="../media/image3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1.xml.rels><?xml version="1.0" encoding="UTF-8" standalone="yes" ?><Relationships xmlns="http://schemas.openxmlformats.org/package/2006/relationships"><Relationship Id="rId8" Target="../media/image22.svg" Type="http://schemas.openxmlformats.org/officeDocument/2006/relationships/image"/><Relationship Id="rId13" Target="../media/image4.svg" Type="http://schemas.openxmlformats.org/officeDocument/2006/relationships/image"/><Relationship Id="rId3" Target="../media/image1.png" Type="http://schemas.openxmlformats.org/officeDocument/2006/relationships/image"/><Relationship Id="rId7" Target="../media/image21.png" Type="http://schemas.openxmlformats.org/officeDocument/2006/relationships/image"/><Relationship Id="rId12" Target="../media/image3.png" Type="http://schemas.openxmlformats.org/officeDocument/2006/relationships/image"/><Relationship Id="rId2" Target="../notesSlides/notesSlide14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20.svg" Type="http://schemas.openxmlformats.org/officeDocument/2006/relationships/image"/><Relationship Id="rId11" Target="../media/image91.jpeg" Type="http://schemas.openxmlformats.org/officeDocument/2006/relationships/image"/><Relationship Id="rId5" Target="../media/image19.png" Type="http://schemas.openxmlformats.org/officeDocument/2006/relationships/image"/><Relationship Id="rId10" Target="../media/image26.svg" Type="http://schemas.openxmlformats.org/officeDocument/2006/relationships/image"/><Relationship Id="rId4" Target="../media/image2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42.xml.rels><?xml version="1.0" encoding="UTF-8" standalone="yes" ?><Relationships xmlns="http://schemas.openxmlformats.org/package/2006/relationships"><Relationship Id="rId8" Target="../media/image22.svg" Type="http://schemas.openxmlformats.org/officeDocument/2006/relationships/image"/><Relationship Id="rId13" Target="../media/image4.svg" Type="http://schemas.openxmlformats.org/officeDocument/2006/relationships/image"/><Relationship Id="rId3" Target="../media/image1.png" Type="http://schemas.openxmlformats.org/officeDocument/2006/relationships/image"/><Relationship Id="rId7" Target="../media/image21.png" Type="http://schemas.openxmlformats.org/officeDocument/2006/relationships/image"/><Relationship Id="rId12" Target="../media/image3.png" Type="http://schemas.openxmlformats.org/officeDocument/2006/relationships/image"/><Relationship Id="rId2" Target="../notesSlides/notesSlide15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20.svg" Type="http://schemas.openxmlformats.org/officeDocument/2006/relationships/image"/><Relationship Id="rId11" Target="../media/image92.jpeg" Type="http://schemas.openxmlformats.org/officeDocument/2006/relationships/image"/><Relationship Id="rId5" Target="../media/image19.png" Type="http://schemas.openxmlformats.org/officeDocument/2006/relationships/image"/><Relationship Id="rId10" Target="../media/image26.svg" Type="http://schemas.openxmlformats.org/officeDocument/2006/relationships/image"/><Relationship Id="rId4" Target="../media/image2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1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4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93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0" Type="http://schemas.openxmlformats.org/officeDocument/2006/relationships/image" Target="../media/image26.svg"/><Relationship Id="rId4" Type="http://schemas.openxmlformats.org/officeDocument/2006/relationships/image" Target="../media/image2.svg"/><Relationship Id="rId9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0" Type="http://schemas.openxmlformats.org/officeDocument/2006/relationships/image" Target="../media/image26.svg"/><Relationship Id="rId4" Type="http://schemas.openxmlformats.org/officeDocument/2006/relationships/image" Target="../media/image2.svg"/><Relationship Id="rId9" Type="http://schemas.openxmlformats.org/officeDocument/2006/relationships/image" Target="../media/image25.png"/></Relationships>
</file>

<file path=ppt/slides/_rels/slide46.xml.rels><?xml version="1.0" encoding="UTF-8" standalone="yes" ?><Relationships xmlns="http://schemas.openxmlformats.org/package/2006/relationships"><Relationship Id="rId8" Target="../media/image95.jpeg" Type="http://schemas.openxmlformats.org/officeDocument/2006/relationships/image"/><Relationship Id="rId13" Target="../media/image20.svg" Type="http://schemas.openxmlformats.org/officeDocument/2006/relationships/image"/><Relationship Id="rId3" Target="../media/image1.png" Type="http://schemas.openxmlformats.org/officeDocument/2006/relationships/image"/><Relationship Id="rId7" Target="../media/image94.png" Type="http://schemas.openxmlformats.org/officeDocument/2006/relationships/image"/><Relationship Id="rId12" Target="../media/image19.png" Type="http://schemas.openxmlformats.org/officeDocument/2006/relationships/image"/><Relationship Id="rId17" Target="../media/image26.svg" Type="http://schemas.openxmlformats.org/officeDocument/2006/relationships/image"/><Relationship Id="rId2" Target="../notesSlides/notesSlide19.xml" Type="http://schemas.openxmlformats.org/officeDocument/2006/relationships/notesSlide"/><Relationship Id="rId16" Target="../media/image25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4.svg" Type="http://schemas.openxmlformats.org/officeDocument/2006/relationships/image"/><Relationship Id="rId11" Target="../media/image98.jpeg" Type="http://schemas.openxmlformats.org/officeDocument/2006/relationships/image"/><Relationship Id="rId5" Target="../media/image3.png" Type="http://schemas.openxmlformats.org/officeDocument/2006/relationships/image"/><Relationship Id="rId15" Target="../media/image22.svg" Type="http://schemas.openxmlformats.org/officeDocument/2006/relationships/image"/><Relationship Id="rId10" Target="../media/image97.png" Type="http://schemas.openxmlformats.org/officeDocument/2006/relationships/image"/><Relationship Id="rId4" Target="../media/image2.svg" Type="http://schemas.openxmlformats.org/officeDocument/2006/relationships/image"/><Relationship Id="rId9" Target="../media/image96.png" Type="http://schemas.openxmlformats.org/officeDocument/2006/relationships/image"/><Relationship Id="rId14" Target="../media/image21.png" Type="http://schemas.openxmlformats.org/officeDocument/2006/relationships/image"/></Relationships>
</file>

<file path=ppt/slides/_rels/slide47.xml.rels><?xml version="1.0" encoding="UTF-8" standalone="yes" ?><Relationships xmlns="http://schemas.openxmlformats.org/package/2006/relationships"><Relationship Id="rId8" Target="../media/image100.jpeg" Type="http://schemas.openxmlformats.org/officeDocument/2006/relationships/image"/><Relationship Id="rId13" Target="../media/image20.svg" Type="http://schemas.openxmlformats.org/officeDocument/2006/relationships/image"/><Relationship Id="rId3" Target="../media/image1.png" Type="http://schemas.openxmlformats.org/officeDocument/2006/relationships/image"/><Relationship Id="rId7" Target="../media/image99.jpeg" Type="http://schemas.openxmlformats.org/officeDocument/2006/relationships/image"/><Relationship Id="rId12" Target="../media/image19.png" Type="http://schemas.openxmlformats.org/officeDocument/2006/relationships/image"/><Relationship Id="rId17" Target="../media/image26.svg" Type="http://schemas.openxmlformats.org/officeDocument/2006/relationships/image"/><Relationship Id="rId2" Target="../notesSlides/notesSlide20.xml" Type="http://schemas.openxmlformats.org/officeDocument/2006/relationships/notesSlide"/><Relationship Id="rId16" Target="../media/image25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4.svg" Type="http://schemas.openxmlformats.org/officeDocument/2006/relationships/image"/><Relationship Id="rId11" Target="../media/image103.jpeg" Type="http://schemas.openxmlformats.org/officeDocument/2006/relationships/image"/><Relationship Id="rId5" Target="../media/image3.png" Type="http://schemas.openxmlformats.org/officeDocument/2006/relationships/image"/><Relationship Id="rId15" Target="../media/image22.svg" Type="http://schemas.openxmlformats.org/officeDocument/2006/relationships/image"/><Relationship Id="rId10" Target="../media/image102.png" Type="http://schemas.openxmlformats.org/officeDocument/2006/relationships/image"/><Relationship Id="rId4" Target="../media/image2.svg" Type="http://schemas.openxmlformats.org/officeDocument/2006/relationships/image"/><Relationship Id="rId9" Target="../media/image101.jpeg" Type="http://schemas.openxmlformats.org/officeDocument/2006/relationships/image"/><Relationship Id="rId14" Target="../media/image21.png" Type="http://schemas.openxmlformats.org/officeDocument/2006/relationships/image"/></Relationships>
</file>

<file path=ppt/slides/_rels/slide48.xml.rels><?xml version="1.0" encoding="UTF-8" standalone="yes" ?><Relationships xmlns="http://schemas.openxmlformats.org/package/2006/relationships"><Relationship Id="rId8" Target="../media/image19.png" Type="http://schemas.openxmlformats.org/officeDocument/2006/relationships/image"/><Relationship Id="rId13" Target="../media/image26.svg" Type="http://schemas.openxmlformats.org/officeDocument/2006/relationships/image"/><Relationship Id="rId3" Target="../media/image1.png" Type="http://schemas.openxmlformats.org/officeDocument/2006/relationships/image"/><Relationship Id="rId7" Target="../media/image104.jpeg" Type="http://schemas.openxmlformats.org/officeDocument/2006/relationships/image"/><Relationship Id="rId12" Target="../media/image25.png" Type="http://schemas.openxmlformats.org/officeDocument/2006/relationships/image"/><Relationship Id="rId2" Target="../notesSlides/notesSlide21.xml" Type="http://schemas.openxmlformats.org/officeDocument/2006/relationships/notesSlide"/><Relationship Id="rId1" Target="../slideLayouts/slideLayout7.xml" Type="http://schemas.openxmlformats.org/officeDocument/2006/relationships/slideLayout"/><Relationship Id="rId6" Target="../media/image4.svg" Type="http://schemas.openxmlformats.org/officeDocument/2006/relationships/image"/><Relationship Id="rId11" Target="../media/image22.svg" Type="http://schemas.openxmlformats.org/officeDocument/2006/relationships/image"/><Relationship Id="rId5" Target="../media/image3.png" Type="http://schemas.openxmlformats.org/officeDocument/2006/relationships/image"/><Relationship Id="rId10" Target="../media/image21.png" Type="http://schemas.openxmlformats.org/officeDocument/2006/relationships/image"/><Relationship Id="rId4" Target="../media/image2.svg" Type="http://schemas.openxmlformats.org/officeDocument/2006/relationships/image"/><Relationship Id="rId9" Target="../media/image20.svg" Type="http://schemas.openxmlformats.org/officeDocument/2006/relationships/image"/><Relationship Id="rId14" Target="../media/image105.png" Type="http://schemas.openxmlformats.org/officeDocument/2006/relationships/image"/></Relationships>
</file>

<file path=ppt/slides/_rels/slide49.xml.rels><?xml version="1.0" encoding="UTF-8" standalone="yes" ?><Relationships xmlns="http://schemas.openxmlformats.org/package/2006/relationships"><Relationship Id="rId8" Target="../media/image26.svg" Type="http://schemas.openxmlformats.org/officeDocument/2006/relationships/image"/><Relationship Id="rId13" Target="../media/image4.svg" Type="http://schemas.openxmlformats.org/officeDocument/2006/relationships/image"/><Relationship Id="rId3" Target="../media/image19.png" Type="http://schemas.openxmlformats.org/officeDocument/2006/relationships/image"/><Relationship Id="rId7" Target="../media/image25.png" Type="http://schemas.openxmlformats.org/officeDocument/2006/relationships/image"/><Relationship Id="rId12" Target="../media/image3.png" Type="http://schemas.openxmlformats.org/officeDocument/2006/relationships/image"/><Relationship Id="rId2" Target="../media/image106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22.svg" Type="http://schemas.openxmlformats.org/officeDocument/2006/relationships/image"/><Relationship Id="rId11" Target="../media/image107.jpeg" Type="http://schemas.openxmlformats.org/officeDocument/2006/relationships/image"/><Relationship Id="rId5" Target="../media/image21.png" Type="http://schemas.openxmlformats.org/officeDocument/2006/relationships/image"/><Relationship Id="rId10" Target="../media/image2.svg" Type="http://schemas.openxmlformats.org/officeDocument/2006/relationships/image"/><Relationship Id="rId4" Target="../media/image20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0.svg"/><Relationship Id="rId7" Type="http://schemas.openxmlformats.org/officeDocument/2006/relationships/image" Target="../media/image26.svg"/><Relationship Id="rId12" Type="http://schemas.openxmlformats.org/officeDocument/2006/relationships/image" Target="../media/image10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4.svg"/><Relationship Id="rId5" Type="http://schemas.openxmlformats.org/officeDocument/2006/relationships/image" Target="../media/image22.svg"/><Relationship Id="rId10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2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4.sv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12" Type="http://schemas.openxmlformats.org/officeDocument/2006/relationships/image" Target="../media/image3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110.png"/><Relationship Id="rId5" Type="http://schemas.openxmlformats.org/officeDocument/2006/relationships/image" Target="../media/image21.png"/><Relationship Id="rId10" Type="http://schemas.openxmlformats.org/officeDocument/2006/relationships/image" Target="../media/image2.svg"/><Relationship Id="rId4" Type="http://schemas.openxmlformats.org/officeDocument/2006/relationships/image" Target="../media/image20.svg"/><Relationship Id="rId9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0.svg"/><Relationship Id="rId7" Type="http://schemas.openxmlformats.org/officeDocument/2006/relationships/image" Target="../media/image26.svg"/><Relationship Id="rId12" Type="http://schemas.openxmlformats.org/officeDocument/2006/relationships/image" Target="../media/image1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4.svg"/><Relationship Id="rId5" Type="http://schemas.openxmlformats.org/officeDocument/2006/relationships/image" Target="../media/image22.svg"/><Relationship Id="rId10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2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1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0" Type="http://schemas.openxmlformats.org/officeDocument/2006/relationships/image" Target="../media/image26.svg"/><Relationship Id="rId4" Type="http://schemas.openxmlformats.org/officeDocument/2006/relationships/image" Target="../media/image2.svg"/><Relationship Id="rId9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0" Type="http://schemas.openxmlformats.org/officeDocument/2006/relationships/image" Target="../media/image26.svg"/><Relationship Id="rId4" Type="http://schemas.openxmlformats.org/officeDocument/2006/relationships/image" Target="../media/image2.svg"/><Relationship Id="rId9" Type="http://schemas.openxmlformats.org/officeDocument/2006/relationships/image" Target="../media/image25.png"/><Relationship Id="rId14" Type="http://schemas.openxmlformats.org/officeDocument/2006/relationships/image" Target="../media/image11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15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0" Type="http://schemas.openxmlformats.org/officeDocument/2006/relationships/image" Target="../media/image26.svg"/><Relationship Id="rId4" Type="http://schemas.openxmlformats.org/officeDocument/2006/relationships/image" Target="../media/image2.svg"/><Relationship Id="rId9" Type="http://schemas.openxmlformats.org/officeDocument/2006/relationships/image" Target="../media/image25.png"/><Relationship Id="rId14" Type="http://schemas.openxmlformats.org/officeDocument/2006/relationships/image" Target="../media/image11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1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0" Type="http://schemas.openxmlformats.org/officeDocument/2006/relationships/image" Target="../media/image26.svg"/><Relationship Id="rId4" Type="http://schemas.openxmlformats.org/officeDocument/2006/relationships/image" Target="../media/image2.svg"/><Relationship Id="rId9" Type="http://schemas.openxmlformats.org/officeDocument/2006/relationships/image" Target="../media/image25.png"/></Relationships>
</file>

<file path=ppt/slides/_rels/slide57.xml.rels><?xml version="1.0" encoding="UTF-8" standalone="yes" ?><Relationships xmlns="http://schemas.openxmlformats.org/package/2006/relationships"><Relationship Id="rId8" Target="../media/image1.png" Type="http://schemas.openxmlformats.org/officeDocument/2006/relationships/image"/><Relationship Id="rId13" Target="../media/image119.jpeg" Type="http://schemas.openxmlformats.org/officeDocument/2006/relationships/image"/><Relationship Id="rId3" Target="../media/image20.svg" Type="http://schemas.openxmlformats.org/officeDocument/2006/relationships/image"/><Relationship Id="rId7" Target="../media/image26.svg" Type="http://schemas.openxmlformats.org/officeDocument/2006/relationships/image"/><Relationship Id="rId12" Target="../media/image118.png" Type="http://schemas.openxmlformats.org/officeDocument/2006/relationships/image"/><Relationship Id="rId2" Target="../media/image19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25.png" Type="http://schemas.openxmlformats.org/officeDocument/2006/relationships/image"/><Relationship Id="rId11" Target="../media/image4.svg" Type="http://schemas.openxmlformats.org/officeDocument/2006/relationships/image"/><Relationship Id="rId5" Target="../media/image22.svg" Type="http://schemas.openxmlformats.org/officeDocument/2006/relationships/image"/><Relationship Id="rId10" Target="../media/image3.png" Type="http://schemas.openxmlformats.org/officeDocument/2006/relationships/image"/><Relationship Id="rId4" Target="../media/image2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1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4.svg"/></Relationships>
</file>

<file path=ppt/slides/_rels/slide59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13" Target="../media/image121.jpe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120.png" Type="http://schemas.openxmlformats.org/officeDocument/2006/relationships/image"/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0.xml.rels><?xml version="1.0" encoding="UTF-8" standalone="yes" ?><Relationships xmlns="http://schemas.openxmlformats.org/package/2006/relationships"><Relationship Id="rId8" Target="../media/image21.png" Type="http://schemas.openxmlformats.org/officeDocument/2006/relationships/image"/><Relationship Id="rId13" Target="../media/image123.svg" Type="http://schemas.openxmlformats.org/officeDocument/2006/relationships/image"/><Relationship Id="rId3" Target="../media/image2.svg" Type="http://schemas.openxmlformats.org/officeDocument/2006/relationships/image"/><Relationship Id="rId7" Target="../media/image20.svg" Type="http://schemas.openxmlformats.org/officeDocument/2006/relationships/image"/><Relationship Id="rId12" Target="../media/image122.png" Type="http://schemas.openxmlformats.org/officeDocument/2006/relationships/image"/><Relationship Id="rId17" Target="../media/image126.svg" Type="http://schemas.openxmlformats.org/officeDocument/2006/relationships/image"/><Relationship Id="rId2" Target="../media/image1.png" Type="http://schemas.openxmlformats.org/officeDocument/2006/relationships/image"/><Relationship Id="rId16" Target="../media/image125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9.png" Type="http://schemas.openxmlformats.org/officeDocument/2006/relationships/image"/><Relationship Id="rId11" Target="../media/image26.svg" Type="http://schemas.openxmlformats.org/officeDocument/2006/relationships/image"/><Relationship Id="rId5" Target="../media/image4.svg" Type="http://schemas.openxmlformats.org/officeDocument/2006/relationships/image"/><Relationship Id="rId15" Target="../media/image120.png" Type="http://schemas.openxmlformats.org/officeDocument/2006/relationships/image"/><Relationship Id="rId10" Target="../media/image25.png" Type="http://schemas.openxmlformats.org/officeDocument/2006/relationships/image"/><Relationship Id="rId4" Target="../media/image3.png" Type="http://schemas.openxmlformats.org/officeDocument/2006/relationships/image"/><Relationship Id="rId9" Target="../media/image22.svg" Type="http://schemas.openxmlformats.org/officeDocument/2006/relationships/image"/><Relationship Id="rId14" Target="../media/image124.jpeg" Type="http://schemas.openxmlformats.org/officeDocument/2006/relationships/image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1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6.svg"/><Relationship Id="rId5" Type="http://schemas.openxmlformats.org/officeDocument/2006/relationships/image" Target="../media/image4.sv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1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4.sv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1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6.svg"/><Relationship Id="rId5" Type="http://schemas.openxmlformats.org/officeDocument/2006/relationships/image" Target="../media/image4.sv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.svg"/><Relationship Id="rId5" Type="http://schemas.openxmlformats.org/officeDocument/2006/relationships/image" Target="../media/image22.svg"/><Relationship Id="rId15" Type="http://schemas.openxmlformats.org/officeDocument/2006/relationships/image" Target="../media/image28.sv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6.svg"/><Relationship Id="rId5" Type="http://schemas.openxmlformats.org/officeDocument/2006/relationships/image" Target="../media/image4.sv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.svg"/><Relationship Id="rId5" Type="http://schemas.openxmlformats.org/officeDocument/2006/relationships/image" Target="../media/image22.svg"/><Relationship Id="rId15" Type="http://schemas.openxmlformats.org/officeDocument/2006/relationships/image" Target="../media/image28.sv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6.svg"/><Relationship Id="rId18" Type="http://schemas.openxmlformats.org/officeDocument/2006/relationships/image" Target="../media/image136.png"/><Relationship Id="rId3" Type="http://schemas.openxmlformats.org/officeDocument/2006/relationships/image" Target="../media/image2.svg"/><Relationship Id="rId21" Type="http://schemas.openxmlformats.org/officeDocument/2006/relationships/image" Target="../media/image139.svg"/><Relationship Id="rId7" Type="http://schemas.openxmlformats.org/officeDocument/2006/relationships/image" Target="../media/image131.svg"/><Relationship Id="rId12" Type="http://schemas.openxmlformats.org/officeDocument/2006/relationships/image" Target="../media/image25.png"/><Relationship Id="rId17" Type="http://schemas.openxmlformats.org/officeDocument/2006/relationships/image" Target="../media/image135.svg"/><Relationship Id="rId2" Type="http://schemas.openxmlformats.org/officeDocument/2006/relationships/image" Target="../media/image1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5" Type="http://schemas.openxmlformats.org/officeDocument/2006/relationships/image" Target="../media/image133.svg"/><Relationship Id="rId10" Type="http://schemas.openxmlformats.org/officeDocument/2006/relationships/image" Target="../media/image21.png"/><Relationship Id="rId19" Type="http://schemas.openxmlformats.org/officeDocument/2006/relationships/image" Target="../media/image137.png"/><Relationship Id="rId4" Type="http://schemas.openxmlformats.org/officeDocument/2006/relationships/image" Target="../media/image3.png"/><Relationship Id="rId9" Type="http://schemas.openxmlformats.org/officeDocument/2006/relationships/image" Target="../media/image20.svg"/><Relationship Id="rId14" Type="http://schemas.openxmlformats.org/officeDocument/2006/relationships/image" Target="../media/image132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.svg"/><Relationship Id="rId5" Type="http://schemas.openxmlformats.org/officeDocument/2006/relationships/image" Target="../media/image22.svg"/><Relationship Id="rId15" Type="http://schemas.openxmlformats.org/officeDocument/2006/relationships/image" Target="../media/image28.sv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/Relationships>
</file>

<file path=ppt/slides/_rels/slide69.xml.rels><?xml version="1.0" encoding="UTF-8" standalone="yes" ?><Relationships xmlns="http://schemas.openxmlformats.org/package/2006/relationships"><Relationship Id="rId8" Target="../media/image19.png" Type="http://schemas.openxmlformats.org/officeDocument/2006/relationships/image"/><Relationship Id="rId13" Target="../media/image26.svg" Type="http://schemas.openxmlformats.org/officeDocument/2006/relationships/image"/><Relationship Id="rId3" Target="../media/image2.svg" Type="http://schemas.openxmlformats.org/officeDocument/2006/relationships/image"/><Relationship Id="rId7" Target="../media/image131.svg" Type="http://schemas.openxmlformats.org/officeDocument/2006/relationships/image"/><Relationship Id="rId12" Target="../media/image25.png" Type="http://schemas.openxmlformats.org/officeDocument/2006/relationships/image"/><Relationship Id="rId2" Target="../media/image1.png" Type="http://schemas.openxmlformats.org/officeDocument/2006/relationships/image"/><Relationship Id="rId16" Target="../media/image142.jpe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130.png" Type="http://schemas.openxmlformats.org/officeDocument/2006/relationships/image"/><Relationship Id="rId11" Target="../media/image22.svg" Type="http://schemas.openxmlformats.org/officeDocument/2006/relationships/image"/><Relationship Id="rId5" Target="../media/image4.svg" Type="http://schemas.openxmlformats.org/officeDocument/2006/relationships/image"/><Relationship Id="rId15" Target="../media/image141.jpeg" Type="http://schemas.openxmlformats.org/officeDocument/2006/relationships/image"/><Relationship Id="rId10" Target="../media/image21.png" Type="http://schemas.openxmlformats.org/officeDocument/2006/relationships/image"/><Relationship Id="rId4" Target="../media/image3.png" Type="http://schemas.openxmlformats.org/officeDocument/2006/relationships/image"/><Relationship Id="rId9" Target="../media/image20.svg" Type="http://schemas.openxmlformats.org/officeDocument/2006/relationships/image"/><Relationship Id="rId14" Target="../media/image140.jpeg" Type="http://schemas.openxmlformats.org/officeDocument/2006/relationships/image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.svg"/><Relationship Id="rId5" Type="http://schemas.openxmlformats.org/officeDocument/2006/relationships/image" Target="../media/image22.svg"/><Relationship Id="rId15" Type="http://schemas.openxmlformats.org/officeDocument/2006/relationships/image" Target="../media/image28.sv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910" y="6240639"/>
            <a:ext cx="6139390" cy="3471546"/>
          </a:xfrm>
          <a:custGeom>
            <a:avLst/>
            <a:gdLst/>
            <a:ahLst/>
            <a:cxnLst/>
            <a:rect l="l" t="t" r="r" b="b"/>
            <a:pathLst>
              <a:path w="6139390" h="3471546">
                <a:moveTo>
                  <a:pt x="0" y="0"/>
                </a:moveTo>
                <a:lnTo>
                  <a:pt x="6139390" y="0"/>
                </a:lnTo>
                <a:lnTo>
                  <a:pt x="6139390" y="3471546"/>
                </a:lnTo>
                <a:lnTo>
                  <a:pt x="0" y="3471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12659260" y="-264531"/>
            <a:ext cx="6307870" cy="3566814"/>
          </a:xfrm>
          <a:custGeom>
            <a:avLst/>
            <a:gdLst/>
            <a:ahLst/>
            <a:cxnLst/>
            <a:rect l="l" t="t" r="r" b="b"/>
            <a:pathLst>
              <a:path w="6307870" h="3566814">
                <a:moveTo>
                  <a:pt x="0" y="0"/>
                </a:moveTo>
                <a:lnTo>
                  <a:pt x="6307870" y="0"/>
                </a:lnTo>
                <a:lnTo>
                  <a:pt x="6307870" y="3566814"/>
                </a:lnTo>
                <a:lnTo>
                  <a:pt x="0" y="356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2992347" y="-2042531"/>
            <a:ext cx="4246431" cy="2586462"/>
          </a:xfrm>
          <a:custGeom>
            <a:avLst/>
            <a:gdLst/>
            <a:ahLst/>
            <a:cxnLst/>
            <a:rect l="l" t="t" r="r" b="b"/>
            <a:pathLst>
              <a:path w="4246431" h="2586462">
                <a:moveTo>
                  <a:pt x="0" y="0"/>
                </a:moveTo>
                <a:lnTo>
                  <a:pt x="4246431" y="0"/>
                </a:lnTo>
                <a:lnTo>
                  <a:pt x="4246431" y="2586462"/>
                </a:lnTo>
                <a:lnTo>
                  <a:pt x="0" y="258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5" name="Group 5"/>
          <p:cNvGrpSpPr/>
          <p:nvPr/>
        </p:nvGrpSpPr>
        <p:grpSpPr>
          <a:xfrm rot="309211">
            <a:off x="1761345" y="574815"/>
            <a:ext cx="14765311" cy="9137371"/>
            <a:chOff x="0" y="0"/>
            <a:chExt cx="19687081" cy="121831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687081" cy="12183161"/>
            </a:xfrm>
            <a:custGeom>
              <a:avLst/>
              <a:gdLst/>
              <a:ahLst/>
              <a:cxnLst/>
              <a:rect l="l" t="t" r="r" b="b"/>
              <a:pathLst>
                <a:path w="19687081" h="12183161">
                  <a:moveTo>
                    <a:pt x="0" y="0"/>
                  </a:moveTo>
                  <a:lnTo>
                    <a:pt x="19687081" y="0"/>
                  </a:lnTo>
                  <a:lnTo>
                    <a:pt x="19687081" y="12183161"/>
                  </a:lnTo>
                  <a:lnTo>
                    <a:pt x="0" y="1218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6636" b="-88635"/>
              </a:stretch>
            </a:blipFill>
          </p:spPr>
          <p:txBody>
            <a:bodyPr/>
            <a:lstStyle/>
            <a:p>
              <a:endParaRPr lang="th-TH"/>
            </a:p>
          </p:txBody>
        </p:sp>
        <p:grpSp>
          <p:nvGrpSpPr>
            <p:cNvPr id="7" name="Group 7"/>
            <p:cNvGrpSpPr/>
            <p:nvPr/>
          </p:nvGrpSpPr>
          <p:grpSpPr>
            <a:xfrm rot="-847417">
              <a:off x="11578504" y="3416174"/>
              <a:ext cx="2305965" cy="5581109"/>
              <a:chOff x="0" y="0"/>
              <a:chExt cx="455499" cy="110244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55499" cy="1102441"/>
              </a:xfrm>
              <a:custGeom>
                <a:avLst/>
                <a:gdLst/>
                <a:ahLst/>
                <a:cxnLst/>
                <a:rect l="l" t="t" r="r" b="b"/>
                <a:pathLst>
                  <a:path w="455499" h="1102441">
                    <a:moveTo>
                      <a:pt x="0" y="0"/>
                    </a:moveTo>
                    <a:lnTo>
                      <a:pt x="455499" y="0"/>
                    </a:lnTo>
                    <a:lnTo>
                      <a:pt x="455499" y="1102441"/>
                    </a:lnTo>
                    <a:lnTo>
                      <a:pt x="0" y="1102441"/>
                    </a:lnTo>
                    <a:close/>
                  </a:path>
                </a:pathLst>
              </a:custGeom>
              <a:solidFill>
                <a:srgbClr val="FFF6EE"/>
              </a:solidFill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55499" cy="11405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 rot="-391942">
            <a:off x="-1197714" y="6915382"/>
            <a:ext cx="6980795" cy="3947323"/>
          </a:xfrm>
          <a:custGeom>
            <a:avLst/>
            <a:gdLst/>
            <a:ahLst/>
            <a:cxnLst/>
            <a:rect l="l" t="t" r="r" b="b"/>
            <a:pathLst>
              <a:path w="6980795" h="3947323">
                <a:moveTo>
                  <a:pt x="0" y="0"/>
                </a:moveTo>
                <a:lnTo>
                  <a:pt x="6980796" y="0"/>
                </a:lnTo>
                <a:lnTo>
                  <a:pt x="6980796" y="3947322"/>
                </a:lnTo>
                <a:lnTo>
                  <a:pt x="0" y="3947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Freeform 11"/>
          <p:cNvSpPr/>
          <p:nvPr/>
        </p:nvSpPr>
        <p:spPr>
          <a:xfrm flipH="1">
            <a:off x="-1892126" y="-264531"/>
            <a:ext cx="8981032" cy="4490516"/>
          </a:xfrm>
          <a:custGeom>
            <a:avLst/>
            <a:gdLst/>
            <a:ahLst/>
            <a:cxnLst/>
            <a:rect l="l" t="t" r="r" b="b"/>
            <a:pathLst>
              <a:path w="8981032" h="4490516">
                <a:moveTo>
                  <a:pt x="8981032" y="0"/>
                </a:moveTo>
                <a:lnTo>
                  <a:pt x="0" y="0"/>
                </a:lnTo>
                <a:lnTo>
                  <a:pt x="0" y="4490516"/>
                </a:lnTo>
                <a:lnTo>
                  <a:pt x="8981032" y="4490516"/>
                </a:lnTo>
                <a:lnTo>
                  <a:pt x="898103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2" name="Freeform 12"/>
          <p:cNvSpPr/>
          <p:nvPr/>
        </p:nvSpPr>
        <p:spPr>
          <a:xfrm rot="-391942">
            <a:off x="-565080" y="7531519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8" y="0"/>
                </a:lnTo>
                <a:lnTo>
                  <a:pt x="3204398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TextBox 13"/>
          <p:cNvSpPr txBox="1"/>
          <p:nvPr/>
        </p:nvSpPr>
        <p:spPr>
          <a:xfrm rot="-86939">
            <a:off x="3586551" y="3975494"/>
            <a:ext cx="10200746" cy="187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67"/>
              </a:lnSpc>
            </a:pPr>
            <a:r>
              <a:rPr lang="en-US" sz="13554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TRIPWEAVER</a:t>
            </a:r>
          </a:p>
        </p:txBody>
      </p:sp>
      <p:sp>
        <p:nvSpPr>
          <p:cNvPr id="14" name="Freeform 14"/>
          <p:cNvSpPr/>
          <p:nvPr/>
        </p:nvSpPr>
        <p:spPr>
          <a:xfrm rot="696687">
            <a:off x="13837804" y="4943119"/>
            <a:ext cx="3950782" cy="4683039"/>
          </a:xfrm>
          <a:custGeom>
            <a:avLst/>
            <a:gdLst/>
            <a:ahLst/>
            <a:cxnLst/>
            <a:rect l="l" t="t" r="r" b="b"/>
            <a:pathLst>
              <a:path w="3950782" h="4683039">
                <a:moveTo>
                  <a:pt x="0" y="0"/>
                </a:moveTo>
                <a:lnTo>
                  <a:pt x="3950782" y="0"/>
                </a:lnTo>
                <a:lnTo>
                  <a:pt x="3950782" y="4683039"/>
                </a:lnTo>
                <a:lnTo>
                  <a:pt x="0" y="46830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TextBox 15"/>
          <p:cNvSpPr txBox="1"/>
          <p:nvPr/>
        </p:nvSpPr>
        <p:spPr>
          <a:xfrm>
            <a:off x="5407728" y="5852019"/>
            <a:ext cx="6844980" cy="66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เว็บแอปพลิเคชันวางแผนการท่องเที่ยว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60457" y="6701670"/>
            <a:ext cx="1648358" cy="58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8"/>
              </a:lnSpc>
            </a:pPr>
            <a:r>
              <a:rPr lang="en-US" sz="3198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CE67-18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867174">
            <a:off x="4003869" y="2295585"/>
            <a:ext cx="10011403" cy="7098995"/>
          </a:xfrm>
          <a:custGeom>
            <a:avLst/>
            <a:gdLst/>
            <a:ahLst/>
            <a:cxnLst/>
            <a:rect l="l" t="t" r="r" b="b"/>
            <a:pathLst>
              <a:path w="10011403" h="7098995">
                <a:moveTo>
                  <a:pt x="0" y="0"/>
                </a:moveTo>
                <a:lnTo>
                  <a:pt x="10011403" y="0"/>
                </a:lnTo>
                <a:lnTo>
                  <a:pt x="10011403" y="7098995"/>
                </a:lnTo>
                <a:lnTo>
                  <a:pt x="0" y="709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-1992994" y="102870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33035" y="2632961"/>
            <a:ext cx="2778575" cy="3354296"/>
            <a:chOff x="0" y="0"/>
            <a:chExt cx="6350000" cy="7665720"/>
          </a:xfrm>
        </p:grpSpPr>
        <p:sp>
          <p:nvSpPr>
            <p:cNvPr id="5" name="Freeform 5"/>
            <p:cNvSpPr/>
            <p:nvPr/>
          </p:nvSpPr>
          <p:spPr>
            <a:xfrm>
              <a:off x="-309880" y="-309880"/>
              <a:ext cx="6969760" cy="7975600"/>
            </a:xfrm>
            <a:custGeom>
              <a:avLst/>
              <a:gdLst/>
              <a:ahLst/>
              <a:cxnLst/>
              <a:rect l="l" t="t" r="r" b="b"/>
              <a:pathLst>
                <a:path w="6969760" h="797560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F6C9C8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6" name="Freeform 6"/>
            <p:cNvSpPr/>
            <p:nvPr/>
          </p:nvSpPr>
          <p:spPr>
            <a:xfrm>
              <a:off x="246063" y="38030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223" r="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5721310" y="4167935"/>
            <a:ext cx="2778575" cy="3354296"/>
            <a:chOff x="0" y="0"/>
            <a:chExt cx="6350000" cy="7665720"/>
          </a:xfrm>
        </p:grpSpPr>
        <p:sp>
          <p:nvSpPr>
            <p:cNvPr id="8" name="Freeform 8"/>
            <p:cNvSpPr/>
            <p:nvPr/>
          </p:nvSpPr>
          <p:spPr>
            <a:xfrm>
              <a:off x="-309880" y="-309880"/>
              <a:ext cx="6969760" cy="7975600"/>
            </a:xfrm>
            <a:custGeom>
              <a:avLst/>
              <a:gdLst/>
              <a:ahLst/>
              <a:cxnLst/>
              <a:rect l="l" t="t" r="r" b="b"/>
              <a:pathLst>
                <a:path w="6969760" h="797560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F4BC6A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9" name="Freeform 9"/>
            <p:cNvSpPr/>
            <p:nvPr/>
          </p:nvSpPr>
          <p:spPr>
            <a:xfrm>
              <a:off x="246063" y="38030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223" r="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3976390" y="2884523"/>
            <a:ext cx="2778575" cy="3354296"/>
            <a:chOff x="0" y="0"/>
            <a:chExt cx="6350000" cy="7665720"/>
          </a:xfrm>
        </p:grpSpPr>
        <p:sp>
          <p:nvSpPr>
            <p:cNvPr id="11" name="Freeform 11"/>
            <p:cNvSpPr/>
            <p:nvPr/>
          </p:nvSpPr>
          <p:spPr>
            <a:xfrm>
              <a:off x="-309880" y="-309880"/>
              <a:ext cx="6969760" cy="7975600"/>
            </a:xfrm>
            <a:custGeom>
              <a:avLst/>
              <a:gdLst/>
              <a:ahLst/>
              <a:cxnLst/>
              <a:rect l="l" t="t" r="r" b="b"/>
              <a:pathLst>
                <a:path w="6969760" h="797560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DF8787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46063" y="38030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223" r="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197292" y="1133475"/>
            <a:ext cx="9893415" cy="118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5"/>
              </a:lnSpc>
            </a:pPr>
            <a:r>
              <a:rPr lang="en-US" sz="8505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คณะผู้จัดทำ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911940" y="4310109"/>
            <a:ext cx="2778575" cy="3354296"/>
            <a:chOff x="0" y="0"/>
            <a:chExt cx="6350000" cy="7665720"/>
          </a:xfrm>
        </p:grpSpPr>
        <p:sp>
          <p:nvSpPr>
            <p:cNvPr id="15" name="Freeform 15"/>
            <p:cNvSpPr/>
            <p:nvPr/>
          </p:nvSpPr>
          <p:spPr>
            <a:xfrm>
              <a:off x="-309880" y="-309880"/>
              <a:ext cx="6969760" cy="7975600"/>
            </a:xfrm>
            <a:custGeom>
              <a:avLst/>
              <a:gdLst/>
              <a:ahLst/>
              <a:cxnLst/>
              <a:rect l="l" t="t" r="r" b="b"/>
              <a:pathLst>
                <a:path w="6969760" h="797560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E2CEFB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46063" y="38030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223" r="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976390" y="-101646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8" name="Freeform 18"/>
          <p:cNvSpPr/>
          <p:nvPr/>
        </p:nvSpPr>
        <p:spPr>
          <a:xfrm>
            <a:off x="14617960" y="714112"/>
            <a:ext cx="2641340" cy="1608816"/>
          </a:xfrm>
          <a:custGeom>
            <a:avLst/>
            <a:gdLst/>
            <a:ahLst/>
            <a:cxnLst/>
            <a:rect l="l" t="t" r="r" b="b"/>
            <a:pathLst>
              <a:path w="2641340" h="1608816">
                <a:moveTo>
                  <a:pt x="0" y="0"/>
                </a:moveTo>
                <a:lnTo>
                  <a:pt x="2641340" y="0"/>
                </a:lnTo>
                <a:lnTo>
                  <a:pt x="2641340" y="1608816"/>
                </a:lnTo>
                <a:lnTo>
                  <a:pt x="0" y="1608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9" name="TextBox 19"/>
          <p:cNvSpPr txBox="1"/>
          <p:nvPr/>
        </p:nvSpPr>
        <p:spPr>
          <a:xfrm>
            <a:off x="1375431" y="6225382"/>
            <a:ext cx="3013650" cy="92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64010518</a:t>
            </a:r>
          </a:p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ปาณัช กฐินทอง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03773" y="8004979"/>
            <a:ext cx="3013650" cy="92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64010519</a:t>
            </a:r>
          </a:p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ปารเมศ อังกูลภักดีกุล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94402" y="8004979"/>
            <a:ext cx="3013650" cy="92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64010745</a:t>
            </a:r>
          </a:p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ลัทธพงศ์ กลิ่นแค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58852" y="6393876"/>
            <a:ext cx="3013650" cy="92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64010757</a:t>
            </a:r>
          </a:p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วรโชติ ใจเร็ว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92994" y="102870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197292" y="3466352"/>
            <a:ext cx="2778575" cy="3354296"/>
            <a:chOff x="0" y="0"/>
            <a:chExt cx="6350000" cy="7665720"/>
          </a:xfrm>
        </p:grpSpPr>
        <p:sp>
          <p:nvSpPr>
            <p:cNvPr id="4" name="Freeform 4"/>
            <p:cNvSpPr/>
            <p:nvPr/>
          </p:nvSpPr>
          <p:spPr>
            <a:xfrm>
              <a:off x="-309880" y="-309880"/>
              <a:ext cx="6969760" cy="7975600"/>
            </a:xfrm>
            <a:custGeom>
              <a:avLst/>
              <a:gdLst/>
              <a:ahLst/>
              <a:cxnLst/>
              <a:rect l="l" t="t" r="r" b="b"/>
              <a:pathLst>
                <a:path w="6969760" h="797560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385E87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6063" y="38030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223" r="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97292" y="1133475"/>
            <a:ext cx="9893415" cy="118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5"/>
              </a:lnSpc>
            </a:pPr>
            <a:r>
              <a:rPr lang="en-US" sz="8505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อาจารย์ที่ปรึกษา</a:t>
            </a:r>
          </a:p>
        </p:txBody>
      </p:sp>
      <p:sp>
        <p:nvSpPr>
          <p:cNvPr id="7" name="Freeform 7"/>
          <p:cNvSpPr/>
          <p:nvPr/>
        </p:nvSpPr>
        <p:spPr>
          <a:xfrm>
            <a:off x="13976390" y="-101646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4617960" y="714112"/>
            <a:ext cx="2641340" cy="1608816"/>
          </a:xfrm>
          <a:custGeom>
            <a:avLst/>
            <a:gdLst/>
            <a:ahLst/>
            <a:cxnLst/>
            <a:rect l="l" t="t" r="r" b="b"/>
            <a:pathLst>
              <a:path w="2641340" h="1608816">
                <a:moveTo>
                  <a:pt x="0" y="0"/>
                </a:moveTo>
                <a:lnTo>
                  <a:pt x="2641340" y="0"/>
                </a:lnTo>
                <a:lnTo>
                  <a:pt x="2641340" y="1608816"/>
                </a:lnTo>
                <a:lnTo>
                  <a:pt x="0" y="1608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0944745" y="3466352"/>
            <a:ext cx="2778575" cy="3354296"/>
            <a:chOff x="0" y="0"/>
            <a:chExt cx="6350000" cy="7665720"/>
          </a:xfrm>
        </p:grpSpPr>
        <p:sp>
          <p:nvSpPr>
            <p:cNvPr id="10" name="Freeform 10"/>
            <p:cNvSpPr/>
            <p:nvPr/>
          </p:nvSpPr>
          <p:spPr>
            <a:xfrm>
              <a:off x="-309880" y="-309880"/>
              <a:ext cx="6969760" cy="7975600"/>
            </a:xfrm>
            <a:custGeom>
              <a:avLst/>
              <a:gdLst/>
              <a:ahLst/>
              <a:cxnLst/>
              <a:rect l="l" t="t" r="r" b="b"/>
              <a:pathLst>
                <a:path w="6969760" h="797560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385E87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46063" y="38030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223" r="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671260" y="7494662"/>
            <a:ext cx="38306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ผศ. ดร. ชมพูนุท เต็งเจริญ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78070" y="7494662"/>
            <a:ext cx="301365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ผศ. ธนา หงษ์สุวรรณ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2458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6112860" y="1471662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3045280" y="1857288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3" y="0"/>
                </a:lnTo>
                <a:lnTo>
                  <a:pt x="3006373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3305977" y="1946144"/>
            <a:ext cx="11676046" cy="147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ที่มาและความสำคัญ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585212">
            <a:off x="-5170363" y="584040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2" y="0"/>
                </a:lnTo>
                <a:lnTo>
                  <a:pt x="15336062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 rot="2022803">
            <a:off x="-5826907" y="681619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3" y="0"/>
                </a:lnTo>
                <a:lnTo>
                  <a:pt x="16958693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2461314">
            <a:off x="-4461013" y="7369146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4"/>
                </a:lnTo>
                <a:lnTo>
                  <a:pt x="0" y="7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-3399605" y="-153094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719362" y="1837052"/>
            <a:ext cx="6353620" cy="6133287"/>
          </a:xfrm>
          <a:custGeom>
            <a:avLst/>
            <a:gdLst/>
            <a:ahLst/>
            <a:cxnLst/>
            <a:rect l="l" t="t" r="r" b="b"/>
            <a:pathLst>
              <a:path w="6353620" h="6133287">
                <a:moveTo>
                  <a:pt x="0" y="0"/>
                </a:moveTo>
                <a:lnTo>
                  <a:pt x="6353619" y="0"/>
                </a:lnTo>
                <a:lnTo>
                  <a:pt x="6353619" y="6133287"/>
                </a:lnTo>
                <a:lnTo>
                  <a:pt x="0" y="6133287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-1784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6026541" y="2452883"/>
            <a:ext cx="6436674" cy="6136421"/>
          </a:xfrm>
          <a:custGeom>
            <a:avLst/>
            <a:gdLst/>
            <a:ahLst/>
            <a:cxnLst/>
            <a:rect l="l" t="t" r="r" b="b"/>
            <a:pathLst>
              <a:path w="6436674" h="6136421">
                <a:moveTo>
                  <a:pt x="0" y="0"/>
                </a:moveTo>
                <a:lnTo>
                  <a:pt x="6436673" y="0"/>
                </a:lnTo>
                <a:lnTo>
                  <a:pt x="6436673" y="6136420"/>
                </a:lnTo>
                <a:lnTo>
                  <a:pt x="0" y="6136420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Freeform 11"/>
          <p:cNvSpPr/>
          <p:nvPr/>
        </p:nvSpPr>
        <p:spPr>
          <a:xfrm>
            <a:off x="11657145" y="3300538"/>
            <a:ext cx="6200551" cy="6174128"/>
          </a:xfrm>
          <a:custGeom>
            <a:avLst/>
            <a:gdLst/>
            <a:ahLst/>
            <a:cxnLst/>
            <a:rect l="l" t="t" r="r" b="b"/>
            <a:pathLst>
              <a:path w="6200551" h="6174128">
                <a:moveTo>
                  <a:pt x="0" y="0"/>
                </a:moveTo>
                <a:lnTo>
                  <a:pt x="6200551" y="0"/>
                </a:lnTo>
                <a:lnTo>
                  <a:pt x="6200551" y="6174128"/>
                </a:lnTo>
                <a:lnTo>
                  <a:pt x="0" y="6174128"/>
                </a:lnTo>
                <a:lnTo>
                  <a:pt x="0" y="0"/>
                </a:lnTo>
                <a:close/>
              </a:path>
            </a:pathLst>
          </a:custGeom>
          <a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2" name="TextBox 12"/>
          <p:cNvSpPr txBox="1"/>
          <p:nvPr/>
        </p:nvSpPr>
        <p:spPr>
          <a:xfrm>
            <a:off x="719362" y="960193"/>
            <a:ext cx="1038554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หาข้อมูลจากหลายแหล่ง?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98953" y="2968141"/>
            <a:ext cx="1902460" cy="1591149"/>
          </a:xfrm>
          <a:custGeom>
            <a:avLst/>
            <a:gdLst/>
            <a:ahLst/>
            <a:cxnLst/>
            <a:rect l="l" t="t" r="r" b="b"/>
            <a:pathLst>
              <a:path w="1902460" h="1591149">
                <a:moveTo>
                  <a:pt x="0" y="0"/>
                </a:moveTo>
                <a:lnTo>
                  <a:pt x="1902461" y="0"/>
                </a:lnTo>
                <a:lnTo>
                  <a:pt x="1902461" y="1591148"/>
                </a:lnTo>
                <a:lnTo>
                  <a:pt x="0" y="1591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 rot="1585212">
            <a:off x="-5170363" y="584040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2" y="0"/>
                </a:lnTo>
                <a:lnTo>
                  <a:pt x="15336062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2022803">
            <a:off x="-5826907" y="681619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3" y="0"/>
                </a:lnTo>
                <a:lnTo>
                  <a:pt x="16958693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461314">
            <a:off x="-4461013" y="7369146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4"/>
                </a:lnTo>
                <a:lnTo>
                  <a:pt x="0" y="7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3008005" y="3032502"/>
            <a:ext cx="2858769" cy="2390970"/>
          </a:xfrm>
          <a:custGeom>
            <a:avLst/>
            <a:gdLst/>
            <a:ahLst/>
            <a:cxnLst/>
            <a:rect l="l" t="t" r="r" b="b"/>
            <a:pathLst>
              <a:path w="2858769" h="2390970">
                <a:moveTo>
                  <a:pt x="0" y="0"/>
                </a:moveTo>
                <a:lnTo>
                  <a:pt x="2858768" y="0"/>
                </a:lnTo>
                <a:lnTo>
                  <a:pt x="2858768" y="2390970"/>
                </a:lnTo>
                <a:lnTo>
                  <a:pt x="0" y="239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4701414" y="4059670"/>
            <a:ext cx="1902460" cy="1591149"/>
          </a:xfrm>
          <a:custGeom>
            <a:avLst/>
            <a:gdLst/>
            <a:ahLst/>
            <a:cxnLst/>
            <a:rect l="l" t="t" r="r" b="b"/>
            <a:pathLst>
              <a:path w="1902460" h="1591149">
                <a:moveTo>
                  <a:pt x="0" y="0"/>
                </a:moveTo>
                <a:lnTo>
                  <a:pt x="1902460" y="0"/>
                </a:lnTo>
                <a:lnTo>
                  <a:pt x="1902460" y="1591149"/>
                </a:lnTo>
                <a:lnTo>
                  <a:pt x="0" y="1591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Freeform 11"/>
          <p:cNvSpPr/>
          <p:nvPr/>
        </p:nvSpPr>
        <p:spPr>
          <a:xfrm>
            <a:off x="8110270" y="2883477"/>
            <a:ext cx="9326620" cy="6085620"/>
          </a:xfrm>
          <a:custGeom>
            <a:avLst/>
            <a:gdLst/>
            <a:ahLst/>
            <a:cxnLst/>
            <a:rect l="l" t="t" r="r" b="b"/>
            <a:pathLst>
              <a:path w="9326620" h="6085620">
                <a:moveTo>
                  <a:pt x="0" y="0"/>
                </a:moveTo>
                <a:lnTo>
                  <a:pt x="9326620" y="0"/>
                </a:lnTo>
                <a:lnTo>
                  <a:pt x="9326620" y="6085619"/>
                </a:lnTo>
                <a:lnTo>
                  <a:pt x="0" y="6085619"/>
                </a:lnTo>
                <a:lnTo>
                  <a:pt x="0" y="0"/>
                </a:lnTo>
                <a:close/>
              </a:path>
            </a:pathLst>
          </a:custGeom>
          <a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2" name="TextBox 12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83954" y="9067165"/>
            <a:ext cx="7585918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https://i0.wp.com/theatlasedit.com/wp-content/uploads/2018/04/how-to-plan-a-trip.jpg?fit=1920%2C1253&amp;ssl=1</a:t>
            </a:r>
          </a:p>
        </p:txBody>
      </p:sp>
      <p:sp>
        <p:nvSpPr>
          <p:cNvPr id="14" name="Freeform 14"/>
          <p:cNvSpPr/>
          <p:nvPr/>
        </p:nvSpPr>
        <p:spPr>
          <a:xfrm>
            <a:off x="-3399605" y="-153094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TextBox 15"/>
          <p:cNvSpPr txBox="1"/>
          <p:nvPr/>
        </p:nvSpPr>
        <p:spPr>
          <a:xfrm>
            <a:off x="1028700" y="960193"/>
            <a:ext cx="1038554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จดบันทึกข้อมูลเอง?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585212">
            <a:off x="-5170363" y="584040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2" y="0"/>
                </a:lnTo>
                <a:lnTo>
                  <a:pt x="15336062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 rot="2022803">
            <a:off x="-5826907" y="681619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3" y="0"/>
                </a:lnTo>
                <a:lnTo>
                  <a:pt x="16958693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2461314">
            <a:off x="-4461013" y="7369146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4"/>
                </a:lnTo>
                <a:lnTo>
                  <a:pt x="0" y="7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-3399605" y="-153094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5393971" y="1740949"/>
            <a:ext cx="7500058" cy="8344988"/>
          </a:xfrm>
          <a:custGeom>
            <a:avLst/>
            <a:gdLst/>
            <a:ahLst/>
            <a:cxnLst/>
            <a:rect l="l" t="t" r="r" b="b"/>
            <a:pathLst>
              <a:path w="7500058" h="8344988">
                <a:moveTo>
                  <a:pt x="0" y="0"/>
                </a:moveTo>
                <a:lnTo>
                  <a:pt x="7500058" y="0"/>
                </a:lnTo>
                <a:lnTo>
                  <a:pt x="7500058" y="8344988"/>
                </a:lnTo>
                <a:lnTo>
                  <a:pt x="0" y="8344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60193"/>
            <a:ext cx="687952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ต้องใช้เวลานานในการรวบรวมข้อมูล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60" y="391193"/>
            <a:ext cx="17335479" cy="9546254"/>
            <a:chOff x="0" y="0"/>
            <a:chExt cx="4565723" cy="2514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723" cy="2514240"/>
            </a:xfrm>
            <a:custGeom>
              <a:avLst/>
              <a:gdLst/>
              <a:ahLst/>
              <a:cxnLst/>
              <a:rect l="l" t="t" r="r" b="b"/>
              <a:pathLst>
                <a:path w="4565723" h="2514240">
                  <a:moveTo>
                    <a:pt x="24116" y="0"/>
                  </a:moveTo>
                  <a:lnTo>
                    <a:pt x="4541607" y="0"/>
                  </a:lnTo>
                  <a:cubicBezTo>
                    <a:pt x="4554926" y="0"/>
                    <a:pt x="4565723" y="10797"/>
                    <a:pt x="4565723" y="24116"/>
                  </a:cubicBezTo>
                  <a:lnTo>
                    <a:pt x="4565723" y="2490124"/>
                  </a:lnTo>
                  <a:cubicBezTo>
                    <a:pt x="4565723" y="2503442"/>
                    <a:pt x="4554926" y="2514240"/>
                    <a:pt x="4541607" y="2514240"/>
                  </a:cubicBezTo>
                  <a:lnTo>
                    <a:pt x="24116" y="2514240"/>
                  </a:lnTo>
                  <a:cubicBezTo>
                    <a:pt x="17720" y="2514240"/>
                    <a:pt x="11586" y="2511699"/>
                    <a:pt x="7063" y="2507176"/>
                  </a:cubicBezTo>
                  <a:cubicBezTo>
                    <a:pt x="2541" y="2502653"/>
                    <a:pt x="0" y="2496520"/>
                    <a:pt x="0" y="2490124"/>
                  </a:cubicBezTo>
                  <a:lnTo>
                    <a:pt x="0" y="24116"/>
                  </a:lnTo>
                  <a:cubicBezTo>
                    <a:pt x="0" y="10797"/>
                    <a:pt x="10797" y="0"/>
                    <a:pt x="241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65A8CE"/>
              </a:solidFill>
              <a:prstDash val="solid"/>
              <a:rou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5723" cy="2552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957752">
            <a:off x="-2133912" y="7284226"/>
            <a:ext cx="5331199" cy="3421661"/>
          </a:xfrm>
          <a:custGeom>
            <a:avLst/>
            <a:gdLst/>
            <a:ahLst/>
            <a:cxnLst/>
            <a:rect l="l" t="t" r="r" b="b"/>
            <a:pathLst>
              <a:path w="5331199" h="3421661">
                <a:moveTo>
                  <a:pt x="0" y="0"/>
                </a:moveTo>
                <a:lnTo>
                  <a:pt x="5331200" y="0"/>
                </a:lnTo>
                <a:lnTo>
                  <a:pt x="5331200" y="3421661"/>
                </a:lnTo>
                <a:lnTo>
                  <a:pt x="0" y="3421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-7790088">
            <a:off x="13363772" y="8073431"/>
            <a:ext cx="6858727" cy="5287455"/>
          </a:xfrm>
          <a:custGeom>
            <a:avLst/>
            <a:gdLst/>
            <a:ahLst/>
            <a:cxnLst/>
            <a:rect l="l" t="t" r="r" b="b"/>
            <a:pathLst>
              <a:path w="6858727" h="5287455">
                <a:moveTo>
                  <a:pt x="0" y="0"/>
                </a:moveTo>
                <a:lnTo>
                  <a:pt x="6858727" y="0"/>
                </a:lnTo>
                <a:lnTo>
                  <a:pt x="6858727" y="5287455"/>
                </a:lnTo>
                <a:lnTo>
                  <a:pt x="0" y="5287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5764026" y="7720218"/>
            <a:ext cx="1313240" cy="1093273"/>
          </a:xfrm>
          <a:custGeom>
            <a:avLst/>
            <a:gdLst/>
            <a:ahLst/>
            <a:cxnLst/>
            <a:rect l="l" t="t" r="r" b="b"/>
            <a:pathLst>
              <a:path w="1313240" h="1093273">
                <a:moveTo>
                  <a:pt x="0" y="0"/>
                </a:moveTo>
                <a:lnTo>
                  <a:pt x="1313241" y="0"/>
                </a:lnTo>
                <a:lnTo>
                  <a:pt x="1313241" y="1093273"/>
                </a:lnTo>
                <a:lnTo>
                  <a:pt x="0" y="1093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541879" y="1205267"/>
            <a:ext cx="1311809" cy="1092081"/>
          </a:xfrm>
          <a:custGeom>
            <a:avLst/>
            <a:gdLst/>
            <a:ahLst/>
            <a:cxnLst/>
            <a:rect l="l" t="t" r="r" b="b"/>
            <a:pathLst>
              <a:path w="1311809" h="1092081">
                <a:moveTo>
                  <a:pt x="0" y="0"/>
                </a:moveTo>
                <a:lnTo>
                  <a:pt x="1311809" y="0"/>
                </a:lnTo>
                <a:lnTo>
                  <a:pt x="1311809" y="1092081"/>
                </a:lnTo>
                <a:lnTo>
                  <a:pt x="0" y="1092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12886443" y="-348488"/>
            <a:ext cx="7068408" cy="3534204"/>
          </a:xfrm>
          <a:custGeom>
            <a:avLst/>
            <a:gdLst/>
            <a:ahLst/>
            <a:cxnLst/>
            <a:rect l="l" t="t" r="r" b="b"/>
            <a:pathLst>
              <a:path w="7068408" h="3534204">
                <a:moveTo>
                  <a:pt x="0" y="0"/>
                </a:moveTo>
                <a:lnTo>
                  <a:pt x="7068408" y="0"/>
                </a:lnTo>
                <a:lnTo>
                  <a:pt x="7068408" y="3534204"/>
                </a:lnTo>
                <a:lnTo>
                  <a:pt x="0" y="35342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2725296" y="1984443"/>
            <a:ext cx="12837408" cy="6145909"/>
          </a:xfrm>
          <a:custGeom>
            <a:avLst/>
            <a:gdLst/>
            <a:ahLst/>
            <a:cxnLst/>
            <a:rect l="l" t="t" r="r" b="b"/>
            <a:pathLst>
              <a:path w="12837408" h="6145909">
                <a:moveTo>
                  <a:pt x="0" y="0"/>
                </a:moveTo>
                <a:lnTo>
                  <a:pt x="12837408" y="0"/>
                </a:lnTo>
                <a:lnTo>
                  <a:pt x="12837408" y="6145909"/>
                </a:lnTo>
                <a:lnTo>
                  <a:pt x="0" y="6145909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TextBox 11"/>
          <p:cNvSpPr txBox="1"/>
          <p:nvPr/>
        </p:nvSpPr>
        <p:spPr>
          <a:xfrm>
            <a:off x="5401557" y="861170"/>
            <a:ext cx="7484885" cy="112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7"/>
              </a:lnSpc>
            </a:pPr>
            <a:r>
              <a:rPr lang="en-US" sz="7997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เราขอนำเสนอ !!!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11565" y="8181130"/>
            <a:ext cx="4864870" cy="467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2543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เว็บแอปพลิเคชันวางแผนการท่องเที่ยว</a:t>
            </a:r>
          </a:p>
        </p:txBody>
      </p:sp>
      <p:sp>
        <p:nvSpPr>
          <p:cNvPr id="13" name="TextBox 13"/>
          <p:cNvSpPr txBox="1"/>
          <p:nvPr/>
        </p:nvSpPr>
        <p:spPr>
          <a:xfrm rot="-86939">
            <a:off x="6487137" y="8762811"/>
            <a:ext cx="5315895" cy="991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19"/>
              </a:lnSpc>
            </a:pPr>
            <a:r>
              <a:rPr lang="en-US" sz="7093">
                <a:solidFill>
                  <a:srgbClr val="428DFF"/>
                </a:solidFill>
                <a:latin typeface="Lazydog"/>
                <a:ea typeface="Lazydog"/>
                <a:cs typeface="Lazydog"/>
                <a:sym typeface="Lazydog"/>
              </a:rPr>
              <a:t>TRIPWEAVER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60" y="391193"/>
            <a:ext cx="17335479" cy="9546254"/>
            <a:chOff x="0" y="0"/>
            <a:chExt cx="4565723" cy="2514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723" cy="2514240"/>
            </a:xfrm>
            <a:custGeom>
              <a:avLst/>
              <a:gdLst/>
              <a:ahLst/>
              <a:cxnLst/>
              <a:rect l="l" t="t" r="r" b="b"/>
              <a:pathLst>
                <a:path w="4565723" h="2514240">
                  <a:moveTo>
                    <a:pt x="24116" y="0"/>
                  </a:moveTo>
                  <a:lnTo>
                    <a:pt x="4541607" y="0"/>
                  </a:lnTo>
                  <a:cubicBezTo>
                    <a:pt x="4554926" y="0"/>
                    <a:pt x="4565723" y="10797"/>
                    <a:pt x="4565723" y="24116"/>
                  </a:cubicBezTo>
                  <a:lnTo>
                    <a:pt x="4565723" y="2490124"/>
                  </a:lnTo>
                  <a:cubicBezTo>
                    <a:pt x="4565723" y="2503442"/>
                    <a:pt x="4554926" y="2514240"/>
                    <a:pt x="4541607" y="2514240"/>
                  </a:cubicBezTo>
                  <a:lnTo>
                    <a:pt x="24116" y="2514240"/>
                  </a:lnTo>
                  <a:cubicBezTo>
                    <a:pt x="17720" y="2514240"/>
                    <a:pt x="11586" y="2511699"/>
                    <a:pt x="7063" y="2507176"/>
                  </a:cubicBezTo>
                  <a:cubicBezTo>
                    <a:pt x="2541" y="2502653"/>
                    <a:pt x="0" y="2496520"/>
                    <a:pt x="0" y="2490124"/>
                  </a:cubicBezTo>
                  <a:lnTo>
                    <a:pt x="0" y="24116"/>
                  </a:lnTo>
                  <a:cubicBezTo>
                    <a:pt x="0" y="10797"/>
                    <a:pt x="10797" y="0"/>
                    <a:pt x="241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65A8CE"/>
              </a:solidFill>
              <a:prstDash val="solid"/>
              <a:rou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5723" cy="2552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725096" y="-848693"/>
            <a:ext cx="7068408" cy="3534204"/>
          </a:xfrm>
          <a:custGeom>
            <a:avLst/>
            <a:gdLst/>
            <a:ahLst/>
            <a:cxnLst/>
            <a:rect l="l" t="t" r="r" b="b"/>
            <a:pathLst>
              <a:path w="7068408" h="3534204">
                <a:moveTo>
                  <a:pt x="0" y="0"/>
                </a:moveTo>
                <a:lnTo>
                  <a:pt x="7068408" y="0"/>
                </a:lnTo>
                <a:lnTo>
                  <a:pt x="7068408" y="3534204"/>
                </a:lnTo>
                <a:lnTo>
                  <a:pt x="0" y="3534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-6094477">
            <a:off x="-700535" y="8650415"/>
            <a:ext cx="6858727" cy="5287455"/>
          </a:xfrm>
          <a:custGeom>
            <a:avLst/>
            <a:gdLst/>
            <a:ahLst/>
            <a:cxnLst/>
            <a:rect l="l" t="t" r="r" b="b"/>
            <a:pathLst>
              <a:path w="6858727" h="5287455">
                <a:moveTo>
                  <a:pt x="0" y="0"/>
                </a:moveTo>
                <a:lnTo>
                  <a:pt x="6858727" y="0"/>
                </a:lnTo>
                <a:lnTo>
                  <a:pt x="6858727" y="5287455"/>
                </a:lnTo>
                <a:lnTo>
                  <a:pt x="0" y="5287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180000" y="1454055"/>
            <a:ext cx="12526344" cy="5950014"/>
          </a:xfrm>
          <a:custGeom>
            <a:avLst/>
            <a:gdLst/>
            <a:ahLst/>
            <a:cxnLst/>
            <a:rect l="l" t="t" r="r" b="b"/>
            <a:pathLst>
              <a:path w="12526344" h="5950014">
                <a:moveTo>
                  <a:pt x="0" y="0"/>
                </a:moveTo>
                <a:lnTo>
                  <a:pt x="12526344" y="0"/>
                </a:lnTo>
                <a:lnTo>
                  <a:pt x="12526344" y="5950014"/>
                </a:lnTo>
                <a:lnTo>
                  <a:pt x="0" y="5950014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7791801" y="5339117"/>
            <a:ext cx="9467499" cy="4255079"/>
          </a:xfrm>
          <a:custGeom>
            <a:avLst/>
            <a:gdLst/>
            <a:ahLst/>
            <a:cxnLst/>
            <a:rect l="l" t="t" r="r" b="b"/>
            <a:pathLst>
              <a:path w="9467499" h="4255079">
                <a:moveTo>
                  <a:pt x="0" y="0"/>
                </a:moveTo>
                <a:lnTo>
                  <a:pt x="9467499" y="0"/>
                </a:lnTo>
                <a:lnTo>
                  <a:pt x="9467499" y="4255079"/>
                </a:lnTo>
                <a:lnTo>
                  <a:pt x="0" y="4255079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889498" y="529789"/>
            <a:ext cx="865888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รวบรวมข้อมูลสถานที่ต่าง ๆ ไว้ในที่เดียว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805270" y="532948"/>
            <a:ext cx="9387132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สามารถระบุลักษณะของสถานที่ท่องเที่ยวที่ชื่นชอบ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7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95454" y="2066813"/>
            <a:ext cx="14897092" cy="6746622"/>
          </a:xfrm>
          <a:custGeom>
            <a:avLst/>
            <a:gdLst/>
            <a:ahLst/>
            <a:cxnLst/>
            <a:rect l="l" t="t" r="r" b="b"/>
            <a:pathLst>
              <a:path w="14897092" h="6746622">
                <a:moveTo>
                  <a:pt x="0" y="0"/>
                </a:moveTo>
                <a:lnTo>
                  <a:pt x="14897092" y="0"/>
                </a:lnTo>
                <a:lnTo>
                  <a:pt x="14897092" y="6746623"/>
                </a:lnTo>
                <a:lnTo>
                  <a:pt x="0" y="6746623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05270" y="1613729"/>
            <a:ext cx="16669023" cy="8042804"/>
          </a:xfrm>
          <a:custGeom>
            <a:avLst/>
            <a:gdLst/>
            <a:ahLst/>
            <a:cxnLst/>
            <a:rect l="l" t="t" r="r" b="b"/>
            <a:pathLst>
              <a:path w="16669023" h="8042804">
                <a:moveTo>
                  <a:pt x="0" y="0"/>
                </a:moveTo>
                <a:lnTo>
                  <a:pt x="16669023" y="0"/>
                </a:lnTo>
                <a:lnTo>
                  <a:pt x="16669023" y="8042804"/>
                </a:lnTo>
                <a:lnTo>
                  <a:pt x="0" y="80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4795" y="1613729"/>
            <a:ext cx="1427479" cy="15686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05270" y="532948"/>
            <a:ext cx="7360064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เพียงแค่เริ่มจากการกดสร้างทริป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05270" y="1538426"/>
            <a:ext cx="16674630" cy="7941293"/>
          </a:xfrm>
          <a:custGeom>
            <a:avLst/>
            <a:gdLst/>
            <a:ahLst/>
            <a:cxnLst/>
            <a:rect l="l" t="t" r="r" b="b"/>
            <a:pathLst>
              <a:path w="16674630" h="7941293">
                <a:moveTo>
                  <a:pt x="0" y="0"/>
                </a:moveTo>
                <a:lnTo>
                  <a:pt x="16674630" y="0"/>
                </a:lnTo>
                <a:lnTo>
                  <a:pt x="16674630" y="7941292"/>
                </a:lnTo>
                <a:lnTo>
                  <a:pt x="0" y="7941292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805270" y="532948"/>
            <a:ext cx="5982496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กำหนดรายละเอียดพื้นฐาน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05270" y="1489844"/>
            <a:ext cx="16664060" cy="7957089"/>
          </a:xfrm>
          <a:custGeom>
            <a:avLst/>
            <a:gdLst/>
            <a:ahLst/>
            <a:cxnLst/>
            <a:rect l="l" t="t" r="r" b="b"/>
            <a:pathLst>
              <a:path w="16664060" h="7957089">
                <a:moveTo>
                  <a:pt x="0" y="0"/>
                </a:moveTo>
                <a:lnTo>
                  <a:pt x="16664060" y="0"/>
                </a:lnTo>
                <a:lnTo>
                  <a:pt x="16664060" y="7957089"/>
                </a:lnTo>
                <a:lnTo>
                  <a:pt x="0" y="7957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805270" y="532948"/>
            <a:ext cx="5982496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หน้าการจัดการทริป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34986" y="1541925"/>
            <a:ext cx="16618027" cy="7935108"/>
          </a:xfrm>
          <a:custGeom>
            <a:avLst/>
            <a:gdLst/>
            <a:ahLst/>
            <a:cxnLst/>
            <a:rect l="l" t="t" r="r" b="b"/>
            <a:pathLst>
              <a:path w="16618027" h="7935108">
                <a:moveTo>
                  <a:pt x="0" y="0"/>
                </a:moveTo>
                <a:lnTo>
                  <a:pt x="16618028" y="0"/>
                </a:lnTo>
                <a:lnTo>
                  <a:pt x="16618028" y="7935108"/>
                </a:lnTo>
                <a:lnTo>
                  <a:pt x="0" y="7935108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805270" y="532948"/>
            <a:ext cx="9401863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ค้นหาสถานที่จากการแนะนำตามความชอบของผู้ใช้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05270" y="1579907"/>
            <a:ext cx="16671297" cy="7981384"/>
          </a:xfrm>
          <a:custGeom>
            <a:avLst/>
            <a:gdLst/>
            <a:ahLst/>
            <a:cxnLst/>
            <a:rect l="l" t="t" r="r" b="b"/>
            <a:pathLst>
              <a:path w="16671297" h="7981384">
                <a:moveTo>
                  <a:pt x="0" y="0"/>
                </a:moveTo>
                <a:lnTo>
                  <a:pt x="16671297" y="0"/>
                </a:lnTo>
                <a:lnTo>
                  <a:pt x="16671297" y="7981384"/>
                </a:lnTo>
                <a:lnTo>
                  <a:pt x="0" y="7981384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805270" y="532948"/>
            <a:ext cx="7360064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ค้นหาจาก Tag และ Type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805270" y="532948"/>
            <a:ext cx="7360064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ตรวจสอบรายละเอียดสถานที่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13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80000" y="1454055"/>
            <a:ext cx="12526344" cy="5950014"/>
          </a:xfrm>
          <a:custGeom>
            <a:avLst/>
            <a:gdLst/>
            <a:ahLst/>
            <a:cxnLst/>
            <a:rect l="l" t="t" r="r" b="b"/>
            <a:pathLst>
              <a:path w="12526344" h="5950014">
                <a:moveTo>
                  <a:pt x="0" y="0"/>
                </a:moveTo>
                <a:lnTo>
                  <a:pt x="12526344" y="0"/>
                </a:lnTo>
                <a:lnTo>
                  <a:pt x="12526344" y="5950014"/>
                </a:lnTo>
                <a:lnTo>
                  <a:pt x="0" y="5950014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Freeform 11"/>
          <p:cNvSpPr/>
          <p:nvPr/>
        </p:nvSpPr>
        <p:spPr>
          <a:xfrm>
            <a:off x="7791801" y="5339117"/>
            <a:ext cx="9467499" cy="4255079"/>
          </a:xfrm>
          <a:custGeom>
            <a:avLst/>
            <a:gdLst/>
            <a:ahLst/>
            <a:cxnLst/>
            <a:rect l="l" t="t" r="r" b="b"/>
            <a:pathLst>
              <a:path w="9467499" h="4255079">
                <a:moveTo>
                  <a:pt x="0" y="0"/>
                </a:moveTo>
                <a:lnTo>
                  <a:pt x="9467499" y="0"/>
                </a:lnTo>
                <a:lnTo>
                  <a:pt x="9467499" y="4255079"/>
                </a:lnTo>
                <a:lnTo>
                  <a:pt x="0" y="425507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805270" y="509420"/>
            <a:ext cx="5982496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แสดงเส้นทางการเดินทาง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14</a:t>
            </a:r>
          </a:p>
        </p:txBody>
      </p:sp>
      <p:sp>
        <p:nvSpPr>
          <p:cNvPr id="10" name="Freeform 10"/>
          <p:cNvSpPr/>
          <p:nvPr/>
        </p:nvSpPr>
        <p:spPr>
          <a:xfrm>
            <a:off x="805270" y="1489844"/>
            <a:ext cx="16664060" cy="7957089"/>
          </a:xfrm>
          <a:custGeom>
            <a:avLst/>
            <a:gdLst/>
            <a:ahLst/>
            <a:cxnLst/>
            <a:rect l="l" t="t" r="r" b="b"/>
            <a:pathLst>
              <a:path w="16664060" h="7957089">
                <a:moveTo>
                  <a:pt x="0" y="0"/>
                </a:moveTo>
                <a:lnTo>
                  <a:pt x="16664060" y="0"/>
                </a:lnTo>
                <a:lnTo>
                  <a:pt x="16664060" y="7957089"/>
                </a:lnTo>
                <a:lnTo>
                  <a:pt x="0" y="7957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05270" y="1628462"/>
            <a:ext cx="16765956" cy="7921914"/>
          </a:xfrm>
          <a:custGeom>
            <a:avLst/>
            <a:gdLst/>
            <a:ahLst/>
            <a:cxnLst/>
            <a:rect l="l" t="t" r="r" b="b"/>
            <a:pathLst>
              <a:path w="16765956" h="7921914">
                <a:moveTo>
                  <a:pt x="0" y="0"/>
                </a:moveTo>
                <a:lnTo>
                  <a:pt x="16765956" y="0"/>
                </a:lnTo>
                <a:lnTo>
                  <a:pt x="16765956" y="7921915"/>
                </a:lnTo>
                <a:lnTo>
                  <a:pt x="0" y="7921915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805270" y="532948"/>
            <a:ext cx="7074641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สรุปทริปการท่องเที่ยวที่ผู้ใช้งานจัดขึ้น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05270" y="1541867"/>
            <a:ext cx="16687221" cy="8281033"/>
          </a:xfrm>
          <a:custGeom>
            <a:avLst/>
            <a:gdLst/>
            <a:ahLst/>
            <a:cxnLst/>
            <a:rect l="l" t="t" r="r" b="b"/>
            <a:pathLst>
              <a:path w="16687221" h="8281033">
                <a:moveTo>
                  <a:pt x="0" y="0"/>
                </a:moveTo>
                <a:lnTo>
                  <a:pt x="16687221" y="0"/>
                </a:lnTo>
                <a:lnTo>
                  <a:pt x="16687221" y="8281033"/>
                </a:lnTo>
                <a:lnTo>
                  <a:pt x="0" y="8281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270" y="532948"/>
            <a:ext cx="10146276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หน้าบล็อกสำหรับแบ่งปันข้อมูลหรือแผนการท่องเที่ยว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05270" y="1520883"/>
            <a:ext cx="16675267" cy="8275101"/>
          </a:xfrm>
          <a:custGeom>
            <a:avLst/>
            <a:gdLst/>
            <a:ahLst/>
            <a:cxnLst/>
            <a:rect l="l" t="t" r="r" b="b"/>
            <a:pathLst>
              <a:path w="16675267" h="8275101">
                <a:moveTo>
                  <a:pt x="0" y="0"/>
                </a:moveTo>
                <a:lnTo>
                  <a:pt x="16675267" y="0"/>
                </a:lnTo>
                <a:lnTo>
                  <a:pt x="16675267" y="8275101"/>
                </a:lnTo>
                <a:lnTo>
                  <a:pt x="0" y="8275101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270" y="532948"/>
            <a:ext cx="7074641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หน้าการสร้างบล็อก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653297" y="22000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805270" y="1410787"/>
            <a:ext cx="12118705" cy="5786682"/>
          </a:xfrm>
          <a:custGeom>
            <a:avLst/>
            <a:gdLst/>
            <a:ahLst/>
            <a:cxnLst/>
            <a:rect l="l" t="t" r="r" b="b"/>
            <a:pathLst>
              <a:path w="12118705" h="5786682">
                <a:moveTo>
                  <a:pt x="0" y="0"/>
                </a:moveTo>
                <a:lnTo>
                  <a:pt x="12118705" y="0"/>
                </a:lnTo>
                <a:lnTo>
                  <a:pt x="12118705" y="5786682"/>
                </a:lnTo>
                <a:lnTo>
                  <a:pt x="0" y="5786682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6864623" y="3743910"/>
            <a:ext cx="6247730" cy="4740465"/>
          </a:xfrm>
          <a:custGeom>
            <a:avLst/>
            <a:gdLst/>
            <a:ahLst/>
            <a:cxnLst/>
            <a:rect l="l" t="t" r="r" b="b"/>
            <a:pathLst>
              <a:path w="6247730" h="4740465">
                <a:moveTo>
                  <a:pt x="0" y="0"/>
                </a:moveTo>
                <a:lnTo>
                  <a:pt x="6247730" y="0"/>
                </a:lnTo>
                <a:lnTo>
                  <a:pt x="6247730" y="4740465"/>
                </a:lnTo>
                <a:lnTo>
                  <a:pt x="0" y="4740465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10728489" y="5299573"/>
            <a:ext cx="6419202" cy="4637873"/>
          </a:xfrm>
          <a:custGeom>
            <a:avLst/>
            <a:gdLst/>
            <a:ahLst/>
            <a:cxnLst/>
            <a:rect l="l" t="t" r="r" b="b"/>
            <a:pathLst>
              <a:path w="6419202" h="4637873">
                <a:moveTo>
                  <a:pt x="0" y="0"/>
                </a:moveTo>
                <a:lnTo>
                  <a:pt x="6419202" y="0"/>
                </a:lnTo>
                <a:lnTo>
                  <a:pt x="6419202" y="4637873"/>
                </a:lnTo>
                <a:lnTo>
                  <a:pt x="0" y="4637873"/>
                </a:lnTo>
                <a:lnTo>
                  <a:pt x="0" y="0"/>
                </a:lnTo>
                <a:close/>
              </a:path>
            </a:pathLst>
          </a:custGeom>
          <a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TextBox 11"/>
          <p:cNvSpPr txBox="1"/>
          <p:nvPr/>
        </p:nvSpPr>
        <p:spPr>
          <a:xfrm>
            <a:off x="805270" y="532948"/>
            <a:ext cx="1313282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ผู้ดูแลระบบสามารถจัดการผู้ใช้ สถานที่ และคำขอเพิ่มหรือแก้ไขสถานที่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2458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6112860" y="1471662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3045280" y="1857288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3" y="0"/>
                </a:lnTo>
                <a:lnTo>
                  <a:pt x="3006373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2234415" y="1946144"/>
            <a:ext cx="13819171" cy="147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ขอบเขตของโครงงาน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79112" y="647248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1716232" y="6706112"/>
            <a:ext cx="5067253" cy="5104376"/>
          </a:xfrm>
          <a:custGeom>
            <a:avLst/>
            <a:gdLst/>
            <a:ahLst/>
            <a:cxnLst/>
            <a:rect l="l" t="t" r="r" b="b"/>
            <a:pathLst>
              <a:path w="5067253" h="5104376">
                <a:moveTo>
                  <a:pt x="0" y="0"/>
                </a:moveTo>
                <a:lnTo>
                  <a:pt x="5067253" y="0"/>
                </a:lnTo>
                <a:lnTo>
                  <a:pt x="5067253" y="5104376"/>
                </a:lnTo>
                <a:lnTo>
                  <a:pt x="0" y="51043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028700" y="739213"/>
            <a:ext cx="6433500" cy="88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48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ขอบเขตของโครงงาน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960977"/>
            <a:ext cx="14721031" cy="523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สามารถวางแผนการท่องเที่ยวในประเทศไทย</a:t>
            </a:r>
          </a:p>
          <a:p>
            <a:pPr marL="863596" lvl="1" indent="-431798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สามารถแนะนำสถานที่ตามความสนใจของผู้ใช้งาน</a:t>
            </a:r>
          </a:p>
          <a:p>
            <a:pPr marL="863596" lvl="1" indent="-431798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รวบรวมข้อมูลของสถานที่ท่องเที่ยว ที่พัก และร้านอาหาร ให้ผู้ใช้งาน</a:t>
            </a:r>
          </a:p>
          <a:p>
            <a:pPr marL="863596" lvl="1" indent="-431798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มีแผนที่แสดงเส้นทางในการเดินทางตามแผนการท่องเที่ยวของผู้ใช้งาน</a:t>
            </a:r>
          </a:p>
          <a:p>
            <a:pPr marL="863596" lvl="1" indent="-431798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ข้อมูลสถานที่ต่าง ๆ เป็นข้อมูลที่มาจากการทำ Web Scraping</a:t>
            </a:r>
          </a:p>
          <a:p>
            <a:pPr marL="863596" lvl="1" indent="-431798" algn="l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ใช้สถานที่ภายในจังหวัดภูเก็ตเป็นกลุ่มตัวอย่างในการพัฒนา</a:t>
            </a:r>
          </a:p>
          <a:p>
            <a:pPr algn="l">
              <a:lnSpc>
                <a:spcPts val="5999"/>
              </a:lnSpc>
            </a:pPr>
            <a:endParaRPr lang="en-US" sz="3999">
              <a:solidFill>
                <a:srgbClr val="11283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580751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9522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2008571" y="3044011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2" y="0"/>
                </a:lnTo>
                <a:lnTo>
                  <a:pt x="3006372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1507761" y="3174276"/>
            <a:ext cx="15272477" cy="12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27"/>
              </a:lnSpc>
            </a:pPr>
            <a:r>
              <a:rPr lang="en-US" sz="8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1) หา TYPE และ TAG ของสถานที่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51199" y="1592213"/>
            <a:ext cx="13819171" cy="148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ขั้นตอนการพัฒนา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TextBox 7"/>
          <p:cNvSpPr txBox="1"/>
          <p:nvPr/>
        </p:nvSpPr>
        <p:spPr>
          <a:xfrm>
            <a:off x="514848" y="308643"/>
            <a:ext cx="9352990" cy="66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สร้าง Persona ของผู้ใช้จำลอง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22</a:t>
            </a:r>
          </a:p>
        </p:txBody>
      </p:sp>
      <p:sp>
        <p:nvSpPr>
          <p:cNvPr id="9" name="Freeform 9"/>
          <p:cNvSpPr/>
          <p:nvPr/>
        </p:nvSpPr>
        <p:spPr>
          <a:xfrm>
            <a:off x="1287324" y="1180919"/>
            <a:ext cx="15713353" cy="8833642"/>
          </a:xfrm>
          <a:custGeom>
            <a:avLst/>
            <a:gdLst/>
            <a:ahLst/>
            <a:cxnLst/>
            <a:rect l="l" t="t" r="r" b="b"/>
            <a:pathLst>
              <a:path w="15713353" h="8833642">
                <a:moveTo>
                  <a:pt x="0" y="0"/>
                </a:moveTo>
                <a:lnTo>
                  <a:pt x="15713352" y="0"/>
                </a:lnTo>
                <a:lnTo>
                  <a:pt x="15713352" y="8833642"/>
                </a:lnTo>
                <a:lnTo>
                  <a:pt x="0" y="88336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1287324" y="1215084"/>
            <a:ext cx="15713353" cy="8799477"/>
          </a:xfrm>
          <a:custGeom>
            <a:avLst/>
            <a:gdLst/>
            <a:ahLst/>
            <a:cxnLst/>
            <a:rect l="l" t="t" r="r" b="b"/>
            <a:pathLst>
              <a:path w="15713353" h="8799477">
                <a:moveTo>
                  <a:pt x="0" y="0"/>
                </a:moveTo>
                <a:lnTo>
                  <a:pt x="15713352" y="0"/>
                </a:lnTo>
                <a:lnTo>
                  <a:pt x="15713352" y="8799477"/>
                </a:lnTo>
                <a:lnTo>
                  <a:pt x="0" y="8799477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Freeform 11"/>
          <p:cNvSpPr/>
          <p:nvPr/>
        </p:nvSpPr>
        <p:spPr>
          <a:xfrm>
            <a:off x="1287324" y="1180919"/>
            <a:ext cx="15713353" cy="8833642"/>
          </a:xfrm>
          <a:custGeom>
            <a:avLst/>
            <a:gdLst/>
            <a:ahLst/>
            <a:cxnLst/>
            <a:rect l="l" t="t" r="r" b="b"/>
            <a:pathLst>
              <a:path w="15713353" h="8833642">
                <a:moveTo>
                  <a:pt x="0" y="0"/>
                </a:moveTo>
                <a:lnTo>
                  <a:pt x="15713352" y="0"/>
                </a:lnTo>
                <a:lnTo>
                  <a:pt x="15713352" y="8833642"/>
                </a:lnTo>
                <a:lnTo>
                  <a:pt x="0" y="8833642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0646304" y="2737337"/>
            <a:ext cx="7211391" cy="4812326"/>
          </a:xfrm>
          <a:custGeom>
            <a:avLst/>
            <a:gdLst/>
            <a:ahLst/>
            <a:cxnLst/>
            <a:rect l="l" t="t" r="r" b="b"/>
            <a:pathLst>
              <a:path w="7211391" h="4812326">
                <a:moveTo>
                  <a:pt x="0" y="0"/>
                </a:moveTo>
                <a:lnTo>
                  <a:pt x="7211392" y="0"/>
                </a:lnTo>
                <a:lnTo>
                  <a:pt x="7211392" y="4812326"/>
                </a:lnTo>
                <a:lnTo>
                  <a:pt x="0" y="48123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215978" y="2378872"/>
            <a:ext cx="10031465" cy="5617620"/>
          </a:xfrm>
          <a:custGeom>
            <a:avLst/>
            <a:gdLst/>
            <a:ahLst/>
            <a:cxnLst/>
            <a:rect l="l" t="t" r="r" b="b"/>
            <a:pathLst>
              <a:path w="10031465" h="5617620">
                <a:moveTo>
                  <a:pt x="0" y="0"/>
                </a:moveTo>
                <a:lnTo>
                  <a:pt x="10031465" y="0"/>
                </a:lnTo>
                <a:lnTo>
                  <a:pt x="10031465" y="5617620"/>
                </a:lnTo>
                <a:lnTo>
                  <a:pt x="0" y="5617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10" name="Group 10"/>
          <p:cNvGrpSpPr/>
          <p:nvPr/>
        </p:nvGrpSpPr>
        <p:grpSpPr>
          <a:xfrm>
            <a:off x="3021888" y="3273307"/>
            <a:ext cx="556007" cy="228149"/>
            <a:chOff x="0" y="0"/>
            <a:chExt cx="146438" cy="600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438" cy="60089"/>
            </a:xfrm>
            <a:custGeom>
              <a:avLst/>
              <a:gdLst/>
              <a:ahLst/>
              <a:cxnLst/>
              <a:rect l="l" t="t" r="r" b="b"/>
              <a:pathLst>
                <a:path w="146438" h="60089">
                  <a:moveTo>
                    <a:pt x="0" y="0"/>
                  </a:moveTo>
                  <a:lnTo>
                    <a:pt x="146438" y="0"/>
                  </a:lnTo>
                  <a:lnTo>
                    <a:pt x="146438" y="60089"/>
                  </a:lnTo>
                  <a:lnTo>
                    <a:pt x="0" y="60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16602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46438" cy="145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28216" y="433609"/>
            <a:ext cx="12698708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นำ Persona มาแบ่งเป็น </a:t>
            </a:r>
          </a:p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Types และ Tags ของสถานที่ต่างๆ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371926" y="3273307"/>
            <a:ext cx="170290" cy="205555"/>
            <a:chOff x="0" y="0"/>
            <a:chExt cx="44850" cy="541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850" cy="54138"/>
            </a:xfrm>
            <a:custGeom>
              <a:avLst/>
              <a:gdLst/>
              <a:ahLst/>
              <a:cxnLst/>
              <a:rect l="l" t="t" r="r" b="b"/>
              <a:pathLst>
                <a:path w="44850" h="54138">
                  <a:moveTo>
                    <a:pt x="0" y="0"/>
                  </a:moveTo>
                  <a:lnTo>
                    <a:pt x="44850" y="0"/>
                  </a:lnTo>
                  <a:lnTo>
                    <a:pt x="44850" y="54138"/>
                  </a:lnTo>
                  <a:lnTo>
                    <a:pt x="0" y="54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16602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44850" cy="139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5547885" y="3405568"/>
            <a:ext cx="10837374" cy="3377842"/>
          </a:xfrm>
          <a:prstGeom prst="line">
            <a:avLst/>
          </a:prstGeom>
          <a:ln w="38100" cap="flat">
            <a:solidFill>
              <a:srgbClr val="31660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9" name="AutoShape 19"/>
          <p:cNvSpPr/>
          <p:nvPr/>
        </p:nvSpPr>
        <p:spPr>
          <a:xfrm>
            <a:off x="3583564" y="3519642"/>
            <a:ext cx="7912469" cy="1942259"/>
          </a:xfrm>
          <a:prstGeom prst="line">
            <a:avLst/>
          </a:prstGeom>
          <a:ln w="38100" cap="flat">
            <a:solidFill>
              <a:srgbClr val="31660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9877363" y="5066731"/>
            <a:ext cx="8200373" cy="3216926"/>
          </a:xfrm>
          <a:custGeom>
            <a:avLst/>
            <a:gdLst/>
            <a:ahLst/>
            <a:cxnLst/>
            <a:rect l="l" t="t" r="r" b="b"/>
            <a:pathLst>
              <a:path w="8200373" h="3216926">
                <a:moveTo>
                  <a:pt x="0" y="0"/>
                </a:moveTo>
                <a:lnTo>
                  <a:pt x="8200373" y="0"/>
                </a:lnTo>
                <a:lnTo>
                  <a:pt x="8200373" y="3216926"/>
                </a:lnTo>
                <a:lnTo>
                  <a:pt x="0" y="3216926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528216" y="433609"/>
            <a:ext cx="12698708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นำ Persona มาแบ่งเป็น </a:t>
            </a:r>
          </a:p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Types และ Tags ของสถานที่ต่างๆ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24</a:t>
            </a:r>
          </a:p>
        </p:txBody>
      </p:sp>
      <p:sp>
        <p:nvSpPr>
          <p:cNvPr id="11" name="Freeform 11"/>
          <p:cNvSpPr/>
          <p:nvPr/>
        </p:nvSpPr>
        <p:spPr>
          <a:xfrm>
            <a:off x="36242" y="1984865"/>
            <a:ext cx="9643354" cy="5400278"/>
          </a:xfrm>
          <a:custGeom>
            <a:avLst/>
            <a:gdLst/>
            <a:ahLst/>
            <a:cxnLst/>
            <a:rect l="l" t="t" r="r" b="b"/>
            <a:pathLst>
              <a:path w="9643354" h="5400278">
                <a:moveTo>
                  <a:pt x="0" y="0"/>
                </a:moveTo>
                <a:lnTo>
                  <a:pt x="9643354" y="0"/>
                </a:lnTo>
                <a:lnTo>
                  <a:pt x="9643354" y="5400278"/>
                </a:lnTo>
                <a:lnTo>
                  <a:pt x="0" y="5400278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12" name="Group 12"/>
          <p:cNvGrpSpPr/>
          <p:nvPr/>
        </p:nvGrpSpPr>
        <p:grpSpPr>
          <a:xfrm>
            <a:off x="7021561" y="3243451"/>
            <a:ext cx="556007" cy="228149"/>
            <a:chOff x="0" y="0"/>
            <a:chExt cx="146438" cy="600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438" cy="60089"/>
            </a:xfrm>
            <a:custGeom>
              <a:avLst/>
              <a:gdLst/>
              <a:ahLst/>
              <a:cxnLst/>
              <a:rect l="l" t="t" r="r" b="b"/>
              <a:pathLst>
                <a:path w="146438" h="60089">
                  <a:moveTo>
                    <a:pt x="0" y="0"/>
                  </a:moveTo>
                  <a:lnTo>
                    <a:pt x="146438" y="0"/>
                  </a:lnTo>
                  <a:lnTo>
                    <a:pt x="146438" y="60089"/>
                  </a:lnTo>
                  <a:lnTo>
                    <a:pt x="0" y="60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16602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46438" cy="145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7582110" y="3490100"/>
            <a:ext cx="2976213" cy="3531381"/>
          </a:xfrm>
          <a:prstGeom prst="line">
            <a:avLst/>
          </a:prstGeom>
          <a:ln w="38100" cap="flat">
            <a:solidFill>
              <a:srgbClr val="31660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grpSp>
        <p:nvGrpSpPr>
          <p:cNvPr id="16" name="Group 16"/>
          <p:cNvGrpSpPr/>
          <p:nvPr/>
        </p:nvGrpSpPr>
        <p:grpSpPr>
          <a:xfrm>
            <a:off x="7041689" y="3603414"/>
            <a:ext cx="715351" cy="205555"/>
            <a:chOff x="0" y="0"/>
            <a:chExt cx="188405" cy="541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8405" cy="54138"/>
            </a:xfrm>
            <a:custGeom>
              <a:avLst/>
              <a:gdLst/>
              <a:ahLst/>
              <a:cxnLst/>
              <a:rect l="l" t="t" r="r" b="b"/>
              <a:pathLst>
                <a:path w="188405" h="54138">
                  <a:moveTo>
                    <a:pt x="0" y="0"/>
                  </a:moveTo>
                  <a:lnTo>
                    <a:pt x="188405" y="0"/>
                  </a:lnTo>
                  <a:lnTo>
                    <a:pt x="188405" y="54138"/>
                  </a:lnTo>
                  <a:lnTo>
                    <a:pt x="0" y="54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16602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188405" cy="139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7757040" y="3808968"/>
            <a:ext cx="5469884" cy="2989153"/>
          </a:xfrm>
          <a:prstGeom prst="line">
            <a:avLst/>
          </a:prstGeom>
          <a:ln w="38100" cap="flat">
            <a:solidFill>
              <a:srgbClr val="31660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607924" y="582509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36242" y="1984865"/>
            <a:ext cx="9643354" cy="5400278"/>
          </a:xfrm>
          <a:custGeom>
            <a:avLst/>
            <a:gdLst/>
            <a:ahLst/>
            <a:cxnLst/>
            <a:rect l="l" t="t" r="r" b="b"/>
            <a:pathLst>
              <a:path w="9643354" h="5400278">
                <a:moveTo>
                  <a:pt x="0" y="0"/>
                </a:moveTo>
                <a:lnTo>
                  <a:pt x="9643354" y="0"/>
                </a:lnTo>
                <a:lnTo>
                  <a:pt x="9643354" y="5400278"/>
                </a:lnTo>
                <a:lnTo>
                  <a:pt x="0" y="5400278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8794928" y="2906763"/>
            <a:ext cx="803252" cy="228149"/>
            <a:chOff x="0" y="0"/>
            <a:chExt cx="211556" cy="600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556" cy="60089"/>
            </a:xfrm>
            <a:custGeom>
              <a:avLst/>
              <a:gdLst/>
              <a:ahLst/>
              <a:cxnLst/>
              <a:rect l="l" t="t" r="r" b="b"/>
              <a:pathLst>
                <a:path w="211556" h="60089">
                  <a:moveTo>
                    <a:pt x="0" y="0"/>
                  </a:moveTo>
                  <a:lnTo>
                    <a:pt x="211556" y="0"/>
                  </a:lnTo>
                  <a:lnTo>
                    <a:pt x="211556" y="60089"/>
                  </a:lnTo>
                  <a:lnTo>
                    <a:pt x="0" y="60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16602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11556" cy="145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060787" y="2534279"/>
            <a:ext cx="7353730" cy="7403167"/>
          </a:xfrm>
          <a:custGeom>
            <a:avLst/>
            <a:gdLst/>
            <a:ahLst/>
            <a:cxnLst/>
            <a:rect l="l" t="t" r="r" b="b"/>
            <a:pathLst>
              <a:path w="7353730" h="7403167">
                <a:moveTo>
                  <a:pt x="0" y="0"/>
                </a:moveTo>
                <a:lnTo>
                  <a:pt x="7353730" y="0"/>
                </a:lnTo>
                <a:lnTo>
                  <a:pt x="7353730" y="7403167"/>
                </a:lnTo>
                <a:lnTo>
                  <a:pt x="0" y="74031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AutoShape 13"/>
          <p:cNvSpPr/>
          <p:nvPr/>
        </p:nvSpPr>
        <p:spPr>
          <a:xfrm>
            <a:off x="9594039" y="3033114"/>
            <a:ext cx="1447662" cy="1052582"/>
          </a:xfrm>
          <a:prstGeom prst="line">
            <a:avLst/>
          </a:prstGeom>
          <a:ln w="38100" cap="flat">
            <a:solidFill>
              <a:srgbClr val="31660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Box 14"/>
          <p:cNvSpPr txBox="1"/>
          <p:nvPr/>
        </p:nvSpPr>
        <p:spPr>
          <a:xfrm>
            <a:off x="528216" y="433609"/>
            <a:ext cx="12698708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นำ Persona มาแบ่งเป็น </a:t>
            </a:r>
          </a:p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Types และ Tags ของสถานที่ต่างๆ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9522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2008571" y="3044011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2" y="0"/>
                </a:lnTo>
                <a:lnTo>
                  <a:pt x="3006372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1507761" y="3174276"/>
            <a:ext cx="15272477" cy="12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27"/>
              </a:lnSpc>
            </a:pPr>
            <a:r>
              <a:rPr lang="en-US" sz="8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2) หาข้อมูลของสถานที่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0249" y="1592213"/>
            <a:ext cx="13819171" cy="148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ขั้นตอนการพัฒนา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6670341" y="2296358"/>
            <a:ext cx="4947319" cy="4947319"/>
          </a:xfrm>
          <a:custGeom>
            <a:avLst/>
            <a:gdLst/>
            <a:ahLst/>
            <a:cxnLst/>
            <a:rect l="l" t="t" r="r" b="b"/>
            <a:pathLst>
              <a:path w="4947319" h="4947319">
                <a:moveTo>
                  <a:pt x="0" y="0"/>
                </a:moveTo>
                <a:lnTo>
                  <a:pt x="4947318" y="0"/>
                </a:lnTo>
                <a:lnTo>
                  <a:pt x="4947318" y="4947319"/>
                </a:lnTo>
                <a:lnTo>
                  <a:pt x="0" y="49473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434620" y="532948"/>
            <a:ext cx="9658696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รวบรวมข้อมูลสถานที่โดย Web Scraping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10128" y="7615152"/>
            <a:ext cx="6067744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 ข้อมูลสถานที่ท่องเที่ยว ที่พัก และร้านอาหาร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2258633" y="3305964"/>
            <a:ext cx="13827884" cy="6118839"/>
          </a:xfrm>
          <a:custGeom>
            <a:avLst/>
            <a:gdLst/>
            <a:ahLst/>
            <a:cxnLst/>
            <a:rect l="l" t="t" r="r" b="b"/>
            <a:pathLst>
              <a:path w="13827884" h="6118839">
                <a:moveTo>
                  <a:pt x="0" y="0"/>
                </a:moveTo>
                <a:lnTo>
                  <a:pt x="13827884" y="0"/>
                </a:lnTo>
                <a:lnTo>
                  <a:pt x="13827884" y="6118839"/>
                </a:lnTo>
                <a:lnTo>
                  <a:pt x="0" y="61188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434620" y="532948"/>
            <a:ext cx="9658696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การพัฒนาระบบ Web Scraping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4620" y="1281879"/>
            <a:ext cx="10204753" cy="216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1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    ตรวจสอบและวิเคราะห์โครงสร้างเว็บไซต์</a:t>
            </a:r>
          </a:p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         </a:t>
            </a: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-</a:t>
            </a: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ตรวจสอบรูปแบบของ URL (URL Pattern)</a:t>
            </a:r>
          </a:p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         </a:t>
            </a: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-</a:t>
            </a: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วิเคราะห์โครงสร้าง HTML (HTML Structure)</a:t>
            </a:r>
          </a:p>
          <a:p>
            <a:pPr algn="l">
              <a:lnSpc>
                <a:spcPts val="4199"/>
              </a:lnSpc>
            </a:pPr>
            <a:endParaRPr lang="en-US" sz="2799">
              <a:solidFill>
                <a:srgbClr val="11283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TextBox 7"/>
          <p:cNvSpPr txBox="1"/>
          <p:nvPr/>
        </p:nvSpPr>
        <p:spPr>
          <a:xfrm>
            <a:off x="3957075" y="8958180"/>
            <a:ext cx="10998464" cy="51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0"/>
              </a:lnSpc>
            </a:pPr>
            <a:r>
              <a:rPr lang="en-US" sz="2813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แผนภาพการทํางานของ Pipeline </a:t>
            </a:r>
          </a:p>
        </p:txBody>
      </p:sp>
      <p:sp>
        <p:nvSpPr>
          <p:cNvPr id="8" name="Freeform 8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3947550" y="2778537"/>
            <a:ext cx="11301259" cy="5678883"/>
          </a:xfrm>
          <a:custGeom>
            <a:avLst/>
            <a:gdLst/>
            <a:ahLst/>
            <a:cxnLst/>
            <a:rect l="l" t="t" r="r" b="b"/>
            <a:pathLst>
              <a:path w="11301259" h="5678883">
                <a:moveTo>
                  <a:pt x="0" y="0"/>
                </a:moveTo>
                <a:lnTo>
                  <a:pt x="11301259" y="0"/>
                </a:lnTo>
                <a:lnTo>
                  <a:pt x="11301259" y="5678883"/>
                </a:lnTo>
                <a:lnTo>
                  <a:pt x="0" y="56788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29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5270" y="637994"/>
            <a:ext cx="7592838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 Pipeline เพื่อทําการดึงข้อมูล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ออกแบบระบบให้ทํางานแบบ Multiprocessing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TextBox 4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3594" y="684847"/>
            <a:ext cx="8440406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1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การดึงข้อมูลสถานที่ท่องเที่ยว ที่พัก และร้านอาหาร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232136" y="549068"/>
            <a:ext cx="5764342" cy="9220130"/>
            <a:chOff x="0" y="0"/>
            <a:chExt cx="7685789" cy="12293507"/>
          </a:xfrm>
        </p:grpSpPr>
        <p:sp>
          <p:nvSpPr>
            <p:cNvPr id="7" name="Freeform 7"/>
            <p:cNvSpPr/>
            <p:nvPr/>
          </p:nvSpPr>
          <p:spPr>
            <a:xfrm>
              <a:off x="388671" y="188937"/>
              <a:ext cx="6848554" cy="4023525"/>
            </a:xfrm>
            <a:custGeom>
              <a:avLst/>
              <a:gdLst/>
              <a:ahLst/>
              <a:cxnLst/>
              <a:rect l="l" t="t" r="r" b="b"/>
              <a:pathLst>
                <a:path w="6848554" h="4023525">
                  <a:moveTo>
                    <a:pt x="0" y="0"/>
                  </a:moveTo>
                  <a:lnTo>
                    <a:pt x="6848554" y="0"/>
                  </a:lnTo>
                  <a:lnTo>
                    <a:pt x="6848554" y="4023525"/>
                  </a:lnTo>
                  <a:lnTo>
                    <a:pt x="0" y="4023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8" name="Freeform 8"/>
            <p:cNvSpPr/>
            <p:nvPr/>
          </p:nvSpPr>
          <p:spPr>
            <a:xfrm>
              <a:off x="367896" y="8040557"/>
              <a:ext cx="6890103" cy="997403"/>
            </a:xfrm>
            <a:custGeom>
              <a:avLst/>
              <a:gdLst/>
              <a:ahLst/>
              <a:cxnLst/>
              <a:rect l="l" t="t" r="r" b="b"/>
              <a:pathLst>
                <a:path w="6890103" h="997403">
                  <a:moveTo>
                    <a:pt x="0" y="0"/>
                  </a:moveTo>
                  <a:lnTo>
                    <a:pt x="6890103" y="0"/>
                  </a:lnTo>
                  <a:lnTo>
                    <a:pt x="6890103" y="997402"/>
                  </a:lnTo>
                  <a:lnTo>
                    <a:pt x="0" y="99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9" name="Freeform 9"/>
            <p:cNvSpPr/>
            <p:nvPr/>
          </p:nvSpPr>
          <p:spPr>
            <a:xfrm>
              <a:off x="388671" y="9236142"/>
              <a:ext cx="4796763" cy="1778597"/>
            </a:xfrm>
            <a:custGeom>
              <a:avLst/>
              <a:gdLst/>
              <a:ahLst/>
              <a:cxnLst/>
              <a:rect l="l" t="t" r="r" b="b"/>
              <a:pathLst>
                <a:path w="4796763" h="1778597">
                  <a:moveTo>
                    <a:pt x="0" y="0"/>
                  </a:moveTo>
                  <a:lnTo>
                    <a:pt x="4796763" y="0"/>
                  </a:lnTo>
                  <a:lnTo>
                    <a:pt x="4796763" y="1778597"/>
                  </a:lnTo>
                  <a:lnTo>
                    <a:pt x="0" y="1778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35753" y="4610762"/>
              <a:ext cx="6954390" cy="3033853"/>
            </a:xfrm>
            <a:custGeom>
              <a:avLst/>
              <a:gdLst/>
              <a:ahLst/>
              <a:cxnLst/>
              <a:rect l="l" t="t" r="r" b="b"/>
              <a:pathLst>
                <a:path w="6954390" h="3033853">
                  <a:moveTo>
                    <a:pt x="0" y="0"/>
                  </a:moveTo>
                  <a:lnTo>
                    <a:pt x="6954390" y="0"/>
                  </a:lnTo>
                  <a:lnTo>
                    <a:pt x="6954390" y="3033853"/>
                  </a:lnTo>
                  <a:lnTo>
                    <a:pt x="0" y="3033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0"/>
              <a:ext cx="7685789" cy="11410199"/>
              <a:chOff x="0" y="0"/>
              <a:chExt cx="1586551" cy="235536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586551" cy="2355368"/>
              </a:xfrm>
              <a:custGeom>
                <a:avLst/>
                <a:gdLst/>
                <a:ahLst/>
                <a:cxnLst/>
                <a:rect l="l" t="t" r="r" b="b"/>
                <a:pathLst>
                  <a:path w="1586551" h="2355368">
                    <a:moveTo>
                      <a:pt x="22444" y="0"/>
                    </a:moveTo>
                    <a:lnTo>
                      <a:pt x="1564106" y="0"/>
                    </a:lnTo>
                    <a:cubicBezTo>
                      <a:pt x="1576502" y="0"/>
                      <a:pt x="1586551" y="10049"/>
                      <a:pt x="1586551" y="22444"/>
                    </a:cubicBezTo>
                    <a:lnTo>
                      <a:pt x="1586551" y="2332923"/>
                    </a:lnTo>
                    <a:cubicBezTo>
                      <a:pt x="1586551" y="2338876"/>
                      <a:pt x="1584186" y="2344585"/>
                      <a:pt x="1579977" y="2348794"/>
                    </a:cubicBezTo>
                    <a:cubicBezTo>
                      <a:pt x="1575768" y="2353003"/>
                      <a:pt x="1570059" y="2355368"/>
                      <a:pt x="1564106" y="2355368"/>
                    </a:cubicBezTo>
                    <a:lnTo>
                      <a:pt x="22444" y="2355368"/>
                    </a:lnTo>
                    <a:cubicBezTo>
                      <a:pt x="16492" y="2355368"/>
                      <a:pt x="10783" y="2353003"/>
                      <a:pt x="6574" y="2348794"/>
                    </a:cubicBezTo>
                    <a:cubicBezTo>
                      <a:pt x="2365" y="2344585"/>
                      <a:pt x="0" y="2338876"/>
                      <a:pt x="0" y="2332923"/>
                    </a:cubicBezTo>
                    <a:lnTo>
                      <a:pt x="0" y="22444"/>
                    </a:lnTo>
                    <a:cubicBezTo>
                      <a:pt x="0" y="16492"/>
                      <a:pt x="2365" y="10783"/>
                      <a:pt x="6574" y="6574"/>
                    </a:cubicBezTo>
                    <a:cubicBezTo>
                      <a:pt x="10783" y="2365"/>
                      <a:pt x="16492" y="0"/>
                      <a:pt x="2244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85725"/>
                <a:ext cx="1586551" cy="2441093"/>
              </a:xfrm>
              <a:prstGeom prst="rect">
                <a:avLst/>
              </a:prstGeom>
            </p:spPr>
            <p:txBody>
              <a:bodyPr lIns="46542" tIns="46542" rIns="46542" bIns="46542" rtlCol="0" anchor="ctr"/>
              <a:lstStyle/>
              <a:p>
                <a:pPr algn="ctr">
                  <a:lnSpc>
                    <a:spcPts val="360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64535" y="11720605"/>
              <a:ext cx="6956719" cy="572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3"/>
                </a:lnSpc>
              </a:pPr>
              <a:r>
                <a:rPr lang="en-US" sz="1148" u="sng">
                  <a:solidFill>
                    <a:srgbClr val="112838"/>
                  </a:solidFill>
                  <a:latin typeface="Rubik"/>
                  <a:ea typeface="Rubik"/>
                  <a:cs typeface="Rubik"/>
                  <a:sym typeface="Rubik"/>
                </a:rPr>
                <a:t>https://th.tripadvisor.com/Attraction_Review-g1389361-d2433844-Reviews-Big_Buddha_Phuket-Chalong_Phuket_Town_Phuket.htm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8846" y="3705515"/>
            <a:ext cx="7181558" cy="3794067"/>
            <a:chOff x="0" y="0"/>
            <a:chExt cx="9575411" cy="5058756"/>
          </a:xfrm>
        </p:grpSpPr>
        <p:sp>
          <p:nvSpPr>
            <p:cNvPr id="16" name="Freeform 16"/>
            <p:cNvSpPr/>
            <p:nvPr/>
          </p:nvSpPr>
          <p:spPr>
            <a:xfrm>
              <a:off x="1383308" y="0"/>
              <a:ext cx="6724406" cy="4555785"/>
            </a:xfrm>
            <a:custGeom>
              <a:avLst/>
              <a:gdLst/>
              <a:ahLst/>
              <a:cxnLst/>
              <a:rect l="l" t="t" r="r" b="b"/>
              <a:pathLst>
                <a:path w="6724406" h="4555785">
                  <a:moveTo>
                    <a:pt x="0" y="0"/>
                  </a:moveTo>
                  <a:lnTo>
                    <a:pt x="6724406" y="0"/>
                  </a:lnTo>
                  <a:lnTo>
                    <a:pt x="6724406" y="4555785"/>
                  </a:lnTo>
                  <a:lnTo>
                    <a:pt x="0" y="4555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777674"/>
              <a:ext cx="9575411" cy="281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3"/>
                </a:lnSpc>
              </a:pPr>
              <a:r>
                <a:rPr lang="en-US" sz="1148" u="sng">
                  <a:solidFill>
                    <a:srgbClr val="112838"/>
                  </a:solidFill>
                  <a:latin typeface="Rubik"/>
                  <a:ea typeface="Rubik"/>
                  <a:cs typeface="Rubik"/>
                  <a:sym typeface="Rubik"/>
                </a:rPr>
                <a:t>https://th.tripadvisor.com/Attractions-g293920-Activities-a_allAttractions.true-Phuket.html 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6369092" y="5602549"/>
            <a:ext cx="48630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Box 19"/>
          <p:cNvSpPr txBox="1"/>
          <p:nvPr/>
        </p:nvSpPr>
        <p:spPr>
          <a:xfrm>
            <a:off x="6933579" y="3952367"/>
            <a:ext cx="3703620" cy="120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193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กรณีเป็นหน้าย่อย ทำให้ระบบคลิกและเลื่อนเมาส์เพื่อเข้าไปดึงข้อมูลของแต่ละสถานที่โดยเฉพาะ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4" name="Group 4"/>
          <p:cNvGrpSpPr/>
          <p:nvPr/>
        </p:nvGrpSpPr>
        <p:grpSpPr>
          <a:xfrm>
            <a:off x="945689" y="1889306"/>
            <a:ext cx="16396622" cy="7819595"/>
            <a:chOff x="0" y="0"/>
            <a:chExt cx="21862163" cy="104261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5632" cy="4296481"/>
            </a:xfrm>
            <a:custGeom>
              <a:avLst/>
              <a:gdLst/>
              <a:ahLst/>
              <a:cxnLst/>
              <a:rect l="l" t="t" r="r" b="b"/>
              <a:pathLst>
                <a:path w="7085632" h="4296481">
                  <a:moveTo>
                    <a:pt x="0" y="0"/>
                  </a:moveTo>
                  <a:lnTo>
                    <a:pt x="7085632" y="0"/>
                  </a:lnTo>
                  <a:lnTo>
                    <a:pt x="7085632" y="4296481"/>
                  </a:lnTo>
                  <a:lnTo>
                    <a:pt x="0" y="429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92080" y="3611700"/>
              <a:ext cx="3242748" cy="366946"/>
              <a:chOff x="0" y="0"/>
              <a:chExt cx="578606" cy="6547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78606" cy="65474"/>
              </a:xfrm>
              <a:custGeom>
                <a:avLst/>
                <a:gdLst/>
                <a:ahLst/>
                <a:cxnLst/>
                <a:rect l="l" t="t" r="r" b="b"/>
                <a:pathLst>
                  <a:path w="578606" h="65474">
                    <a:moveTo>
                      <a:pt x="0" y="0"/>
                    </a:moveTo>
                    <a:lnTo>
                      <a:pt x="578606" y="0"/>
                    </a:lnTo>
                    <a:lnTo>
                      <a:pt x="578606" y="65474"/>
                    </a:lnTo>
                    <a:lnTo>
                      <a:pt x="0" y="654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578606" cy="1416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9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89543" y="4684699"/>
              <a:ext cx="2442050" cy="6774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8"/>
                </a:lnSpc>
              </a:pPr>
              <a:r>
                <a:rPr lang="en-US" sz="1439">
                  <a:solidFill>
                    <a:srgbClr val="112838"/>
                  </a:solidFill>
                  <a:latin typeface="Rubik"/>
                  <a:ea typeface="Rubik"/>
                  <a:cs typeface="Rubik"/>
                  <a:sym typeface="Rubik"/>
                </a:rPr>
                <a:t>กดเพื่อเข้าไปเก็บข้อมูลละติจูดและลองจิจูด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3542816" y="4296481"/>
              <a:ext cx="0" cy="1504679"/>
            </a:xfrm>
            <a:prstGeom prst="line">
              <a:avLst/>
            </a:prstGeom>
            <a:ln w="56238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AutoShape 11"/>
            <p:cNvSpPr/>
            <p:nvPr/>
          </p:nvSpPr>
          <p:spPr>
            <a:xfrm flipV="1">
              <a:off x="6762722" y="7092372"/>
              <a:ext cx="5180059" cy="0"/>
            </a:xfrm>
            <a:prstGeom prst="line">
              <a:avLst/>
            </a:prstGeom>
            <a:ln w="56238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2647" y="6270240"/>
              <a:ext cx="2561695" cy="6774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8"/>
                </a:lnSpc>
              </a:pPr>
              <a:r>
                <a:rPr lang="en-US" sz="1439">
                  <a:solidFill>
                    <a:srgbClr val="112838"/>
                  </a:solidFill>
                  <a:latin typeface="Rubik"/>
                  <a:ea typeface="Rubik"/>
                  <a:cs typeface="Rubik"/>
                  <a:sym typeface="Rubik"/>
                </a:rPr>
                <a:t>ไปดึงข้อมูลตําแหน่งที่ตั้งเพิ่มเติมจาก Google Map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22911" y="5801159"/>
              <a:ext cx="6439811" cy="4485779"/>
            </a:xfrm>
            <a:custGeom>
              <a:avLst/>
              <a:gdLst/>
              <a:ahLst/>
              <a:cxnLst/>
              <a:rect l="l" t="t" r="r" b="b"/>
              <a:pathLst>
                <a:path w="6439811" h="4485779">
                  <a:moveTo>
                    <a:pt x="0" y="0"/>
                  </a:moveTo>
                  <a:lnTo>
                    <a:pt x="6439811" y="0"/>
                  </a:lnTo>
                  <a:lnTo>
                    <a:pt x="6439811" y="4485779"/>
                  </a:lnTo>
                  <a:lnTo>
                    <a:pt x="0" y="4485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4623483" y="9812388"/>
              <a:ext cx="843215" cy="366946"/>
              <a:chOff x="0" y="0"/>
              <a:chExt cx="150456" cy="6547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50456" cy="65474"/>
              </a:xfrm>
              <a:custGeom>
                <a:avLst/>
                <a:gdLst/>
                <a:ahLst/>
                <a:cxnLst/>
                <a:rect l="l" t="t" r="r" b="b"/>
                <a:pathLst>
                  <a:path w="150456" h="65474">
                    <a:moveTo>
                      <a:pt x="0" y="0"/>
                    </a:moveTo>
                    <a:lnTo>
                      <a:pt x="150456" y="0"/>
                    </a:lnTo>
                    <a:lnTo>
                      <a:pt x="150456" y="65474"/>
                    </a:lnTo>
                    <a:lnTo>
                      <a:pt x="0" y="654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DE5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76200"/>
                <a:ext cx="150456" cy="1416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9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639770" y="9812388"/>
              <a:ext cx="843215" cy="366946"/>
              <a:chOff x="0" y="0"/>
              <a:chExt cx="150456" cy="6547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50456" cy="65474"/>
              </a:xfrm>
              <a:custGeom>
                <a:avLst/>
                <a:gdLst/>
                <a:ahLst/>
                <a:cxnLst/>
                <a:rect l="l" t="t" r="r" b="b"/>
                <a:pathLst>
                  <a:path w="150456" h="65474">
                    <a:moveTo>
                      <a:pt x="0" y="0"/>
                    </a:moveTo>
                    <a:lnTo>
                      <a:pt x="150456" y="0"/>
                    </a:lnTo>
                    <a:lnTo>
                      <a:pt x="150456" y="65474"/>
                    </a:lnTo>
                    <a:lnTo>
                      <a:pt x="0" y="6547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76200"/>
                <a:ext cx="150456" cy="1416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9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1942781" y="3210785"/>
              <a:ext cx="9919383" cy="6633587"/>
            </a:xfrm>
            <a:custGeom>
              <a:avLst/>
              <a:gdLst/>
              <a:ahLst/>
              <a:cxnLst/>
              <a:rect l="l" t="t" r="r" b="b"/>
              <a:pathLst>
                <a:path w="9919383" h="6633587">
                  <a:moveTo>
                    <a:pt x="0" y="0"/>
                  </a:moveTo>
                  <a:lnTo>
                    <a:pt x="9919382" y="0"/>
                  </a:lnTo>
                  <a:lnTo>
                    <a:pt x="9919382" y="6633587"/>
                  </a:lnTo>
                  <a:lnTo>
                    <a:pt x="0" y="6633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469328" y="10100124"/>
              <a:ext cx="8866287" cy="326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8"/>
                </a:lnSpc>
              </a:pPr>
              <a:r>
                <a:rPr lang="en-US" sz="1439">
                  <a:solidFill>
                    <a:srgbClr val="112838"/>
                  </a:solidFill>
                  <a:latin typeface="Rubik"/>
                  <a:ea typeface="Rubik"/>
                  <a:cs typeface="Rubik"/>
                  <a:sym typeface="Rubik"/>
                </a:rPr>
                <a:t>https://www.google.com/maps/search/?api=1&amp;query=7.827575,98.31284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3171969" y="8168746"/>
              <a:ext cx="2015368" cy="254718"/>
              <a:chOff x="0" y="0"/>
              <a:chExt cx="359604" cy="454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59604" cy="45450"/>
              </a:xfrm>
              <a:custGeom>
                <a:avLst/>
                <a:gdLst/>
                <a:ahLst/>
                <a:cxnLst/>
                <a:rect l="l" t="t" r="r" b="b"/>
                <a:pathLst>
                  <a:path w="359604" h="45450">
                    <a:moveTo>
                      <a:pt x="0" y="0"/>
                    </a:moveTo>
                    <a:lnTo>
                      <a:pt x="359604" y="0"/>
                    </a:lnTo>
                    <a:lnTo>
                      <a:pt x="359604" y="45450"/>
                    </a:lnTo>
                    <a:lnTo>
                      <a:pt x="0" y="454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313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76200"/>
                <a:ext cx="359604" cy="121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99"/>
                  </a:lnSpc>
                </a:pPr>
                <a:endParaRPr/>
              </a:p>
            </p:txBody>
          </p:sp>
        </p:grpSp>
        <p:sp>
          <p:nvSpPr>
            <p:cNvPr id="25" name="AutoShape 25"/>
            <p:cNvSpPr/>
            <p:nvPr/>
          </p:nvSpPr>
          <p:spPr>
            <a:xfrm flipV="1">
              <a:off x="15505792" y="3518512"/>
              <a:ext cx="518590" cy="0"/>
            </a:xfrm>
            <a:prstGeom prst="line">
              <a:avLst/>
            </a:prstGeom>
            <a:ln w="28119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6108210" y="3518512"/>
              <a:ext cx="512099" cy="0"/>
            </a:xfrm>
            <a:prstGeom prst="line">
              <a:avLst/>
            </a:prstGeom>
            <a:ln w="28119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5689" y="790351"/>
            <a:ext cx="10089140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1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เนื่องจากข้อมูลที่ได้ยังไม่ครบ ขาดในส่วนของ Location</a:t>
            </a:r>
          </a:p>
        </p:txBody>
      </p:sp>
      <p:sp>
        <p:nvSpPr>
          <p:cNvPr id="29" name="Freeform 29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TextBox 4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5689" y="790351"/>
            <a:ext cx="9408799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1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นอกจากนี้ยังขาดข้อมูลในส่วน Tag ของสถานที่ท่องเที่ยว</a:t>
            </a:r>
          </a:p>
        </p:txBody>
      </p:sp>
      <p:sp>
        <p:nvSpPr>
          <p:cNvPr id="6" name="Freeform 6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3274438" y="1875116"/>
            <a:ext cx="11739123" cy="7833785"/>
          </a:xfrm>
          <a:custGeom>
            <a:avLst/>
            <a:gdLst/>
            <a:ahLst/>
            <a:cxnLst/>
            <a:rect l="l" t="t" r="r" b="b"/>
            <a:pathLst>
              <a:path w="11739123" h="7833785">
                <a:moveTo>
                  <a:pt x="0" y="0"/>
                </a:moveTo>
                <a:lnTo>
                  <a:pt x="11739124" y="0"/>
                </a:lnTo>
                <a:lnTo>
                  <a:pt x="11739124" y="7833785"/>
                </a:lnTo>
                <a:lnTo>
                  <a:pt x="0" y="78337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TextBox 4"/>
          <p:cNvSpPr txBox="1"/>
          <p:nvPr/>
        </p:nvSpPr>
        <p:spPr>
          <a:xfrm>
            <a:off x="834250" y="787597"/>
            <a:ext cx="15669586" cy="1183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1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ใช้บริการ Google Gemini API เพื่อส่งข้อมูลที่ได้จากขั้นตอนก่อนหน้าเป็น Prompt ให้กับโมเดล Generative AI ทำนายคะแนนในแต่ละ Tag ทั้ง 36 ค่า</a:t>
            </a:r>
          </a:p>
        </p:txBody>
      </p:sp>
      <p:sp>
        <p:nvSpPr>
          <p:cNvPr id="5" name="Freeform 5"/>
          <p:cNvSpPr/>
          <p:nvPr/>
        </p:nvSpPr>
        <p:spPr>
          <a:xfrm>
            <a:off x="1235732" y="3142165"/>
            <a:ext cx="7101766" cy="1216177"/>
          </a:xfrm>
          <a:custGeom>
            <a:avLst/>
            <a:gdLst/>
            <a:ahLst/>
            <a:cxnLst/>
            <a:rect l="l" t="t" r="r" b="b"/>
            <a:pathLst>
              <a:path w="7101766" h="1216177">
                <a:moveTo>
                  <a:pt x="0" y="0"/>
                </a:moveTo>
                <a:lnTo>
                  <a:pt x="7101767" y="0"/>
                </a:lnTo>
                <a:lnTo>
                  <a:pt x="7101767" y="1216177"/>
                </a:lnTo>
                <a:lnTo>
                  <a:pt x="0" y="121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1510034" y="4590308"/>
            <a:ext cx="2619859" cy="1731071"/>
          </a:xfrm>
          <a:custGeom>
            <a:avLst/>
            <a:gdLst/>
            <a:ahLst/>
            <a:cxnLst/>
            <a:rect l="l" t="t" r="r" b="b"/>
            <a:pathLst>
              <a:path w="2619859" h="1731071">
                <a:moveTo>
                  <a:pt x="0" y="0"/>
                </a:moveTo>
                <a:lnTo>
                  <a:pt x="2619859" y="0"/>
                </a:lnTo>
                <a:lnTo>
                  <a:pt x="2619859" y="1731071"/>
                </a:lnTo>
                <a:lnTo>
                  <a:pt x="0" y="1731071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4677531" y="4588625"/>
            <a:ext cx="2630600" cy="1731071"/>
          </a:xfrm>
          <a:custGeom>
            <a:avLst/>
            <a:gdLst/>
            <a:ahLst/>
            <a:cxnLst/>
            <a:rect l="l" t="t" r="r" b="b"/>
            <a:pathLst>
              <a:path w="2630600" h="1731071">
                <a:moveTo>
                  <a:pt x="0" y="0"/>
                </a:moveTo>
                <a:lnTo>
                  <a:pt x="2630599" y="0"/>
                </a:lnTo>
                <a:lnTo>
                  <a:pt x="2630599" y="1731071"/>
                </a:lnTo>
                <a:lnTo>
                  <a:pt x="0" y="1731071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3058543" y="6530720"/>
            <a:ext cx="2601267" cy="1704989"/>
          </a:xfrm>
          <a:custGeom>
            <a:avLst/>
            <a:gdLst/>
            <a:ahLst/>
            <a:cxnLst/>
            <a:rect l="l" t="t" r="r" b="b"/>
            <a:pathLst>
              <a:path w="2601267" h="1704989">
                <a:moveTo>
                  <a:pt x="0" y="0"/>
                </a:moveTo>
                <a:lnTo>
                  <a:pt x="2601267" y="0"/>
                </a:lnTo>
                <a:lnTo>
                  <a:pt x="2601267" y="1704989"/>
                </a:lnTo>
                <a:lnTo>
                  <a:pt x="0" y="1704989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1028700" y="2857948"/>
            <a:ext cx="7515831" cy="5558316"/>
            <a:chOff x="0" y="0"/>
            <a:chExt cx="2060634" cy="15239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60634" cy="1523937"/>
            </a:xfrm>
            <a:custGeom>
              <a:avLst/>
              <a:gdLst/>
              <a:ahLst/>
              <a:cxnLst/>
              <a:rect l="l" t="t" r="r" b="b"/>
              <a:pathLst>
                <a:path w="2060634" h="1523937">
                  <a:moveTo>
                    <a:pt x="0" y="0"/>
                  </a:moveTo>
                  <a:lnTo>
                    <a:pt x="2060634" y="0"/>
                  </a:lnTo>
                  <a:lnTo>
                    <a:pt x="2060634" y="1523937"/>
                  </a:lnTo>
                  <a:lnTo>
                    <a:pt x="0" y="1523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060634" cy="159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912223" y="5004151"/>
            <a:ext cx="2672595" cy="1336277"/>
          </a:xfrm>
          <a:custGeom>
            <a:avLst/>
            <a:gdLst/>
            <a:ahLst/>
            <a:cxnLst/>
            <a:rect l="l" t="t" r="r" b="b"/>
            <a:pathLst>
              <a:path w="2672595" h="1336277">
                <a:moveTo>
                  <a:pt x="0" y="0"/>
                </a:moveTo>
                <a:lnTo>
                  <a:pt x="2672595" y="0"/>
                </a:lnTo>
                <a:lnTo>
                  <a:pt x="2672595" y="1336278"/>
                </a:lnTo>
                <a:lnTo>
                  <a:pt x="0" y="1336278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956" b="-956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AutoShape 13"/>
          <p:cNvSpPr/>
          <p:nvPr/>
        </p:nvSpPr>
        <p:spPr>
          <a:xfrm>
            <a:off x="12584818" y="5672290"/>
            <a:ext cx="198923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4" name="AutoShape 14"/>
          <p:cNvSpPr/>
          <p:nvPr/>
        </p:nvSpPr>
        <p:spPr>
          <a:xfrm>
            <a:off x="8544531" y="5672290"/>
            <a:ext cx="136769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>
            <a:off x="14574056" y="2369754"/>
            <a:ext cx="2096275" cy="6605073"/>
          </a:xfrm>
          <a:custGeom>
            <a:avLst/>
            <a:gdLst/>
            <a:ahLst/>
            <a:cxnLst/>
            <a:rect l="l" t="t" r="r" b="b"/>
            <a:pathLst>
              <a:path w="2096275" h="6605073">
                <a:moveTo>
                  <a:pt x="0" y="0"/>
                </a:moveTo>
                <a:lnTo>
                  <a:pt x="2096275" y="0"/>
                </a:lnTo>
                <a:lnTo>
                  <a:pt x="2096275" y="6605073"/>
                </a:lnTo>
                <a:lnTo>
                  <a:pt x="0" y="6605073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44128" y="9000731"/>
            <a:ext cx="10466470" cy="93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1706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แผนภาพการทํางานของ Gemini API ทำนายคะแนนในแต่ละ tag ของสถานที่ตัวอย่าง (</a:t>
            </a:r>
            <a:r>
              <a:rPr lang="en-US" sz="1706" u="sng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https://th.tripadvisor.com/Attraction_Review-g1389361-d2433844-Reviews-Big_Buddha_Phuket-Chalong_Phuket_Town_Phuket.html</a:t>
            </a:r>
            <a:r>
              <a:rPr lang="en-US" sz="1706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244098" y="6767254"/>
            <a:ext cx="8847059" cy="2941647"/>
          </a:xfrm>
          <a:custGeom>
            <a:avLst/>
            <a:gdLst/>
            <a:ahLst/>
            <a:cxnLst/>
            <a:rect l="l" t="t" r="r" b="b"/>
            <a:pathLst>
              <a:path w="8847059" h="2941647">
                <a:moveTo>
                  <a:pt x="0" y="0"/>
                </a:moveTo>
                <a:lnTo>
                  <a:pt x="8847058" y="0"/>
                </a:lnTo>
                <a:lnTo>
                  <a:pt x="8847058" y="2941647"/>
                </a:lnTo>
                <a:lnTo>
                  <a:pt x="0" y="2941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1244098" y="2959322"/>
            <a:ext cx="6751161" cy="2236162"/>
          </a:xfrm>
          <a:custGeom>
            <a:avLst/>
            <a:gdLst/>
            <a:ahLst/>
            <a:cxnLst/>
            <a:rect l="l" t="t" r="r" b="b"/>
            <a:pathLst>
              <a:path w="6751161" h="2236162">
                <a:moveTo>
                  <a:pt x="0" y="0"/>
                </a:moveTo>
                <a:lnTo>
                  <a:pt x="6751161" y="0"/>
                </a:lnTo>
                <a:lnTo>
                  <a:pt x="6751161" y="2236162"/>
                </a:lnTo>
                <a:lnTo>
                  <a:pt x="0" y="2236162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2623738" y="4937601"/>
            <a:ext cx="4320699" cy="4320699"/>
          </a:xfrm>
          <a:custGeom>
            <a:avLst/>
            <a:gdLst/>
            <a:ahLst/>
            <a:cxnLst/>
            <a:rect l="l" t="t" r="r" b="b"/>
            <a:pathLst>
              <a:path w="4320699" h="4320699">
                <a:moveTo>
                  <a:pt x="0" y="0"/>
                </a:moveTo>
                <a:lnTo>
                  <a:pt x="4320699" y="0"/>
                </a:lnTo>
                <a:lnTo>
                  <a:pt x="4320699" y="4320699"/>
                </a:lnTo>
                <a:lnTo>
                  <a:pt x="0" y="4320699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805270" y="482767"/>
            <a:ext cx="303866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Data Cleaning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270" y="1521814"/>
            <a:ext cx="5360068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1) ทําการลบข้อมูลสถานที่ที่ซํ้ากัน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514" y="5471709"/>
            <a:ext cx="9281642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3) ทําการเข้ารหัสเพื่อให้ได้ข้อมูลสถานที่เพิ่มเติมเช่น รหัสจังหวัด, รหัสอําเภอ, รหัสตําบล จากข้อมูลที่สามารถดึงมาได้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9514" y="2308979"/>
            <a:ext cx="5355824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2) จัดการข้อมูลส่วนที่เป็นค่าว่าง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805270" y="1247594"/>
            <a:ext cx="8500710" cy="9956907"/>
          </a:xfrm>
          <a:custGeom>
            <a:avLst/>
            <a:gdLst/>
            <a:ahLst/>
            <a:cxnLst/>
            <a:rect l="l" t="t" r="r" b="b"/>
            <a:pathLst>
              <a:path w="8500710" h="9956907">
                <a:moveTo>
                  <a:pt x="0" y="0"/>
                </a:moveTo>
                <a:lnTo>
                  <a:pt x="8500709" y="0"/>
                </a:lnTo>
                <a:lnTo>
                  <a:pt x="8500709" y="9956907"/>
                </a:lnTo>
                <a:lnTo>
                  <a:pt x="0" y="9956907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TextBox 6"/>
          <p:cNvSpPr txBox="1"/>
          <p:nvPr/>
        </p:nvSpPr>
        <p:spPr>
          <a:xfrm>
            <a:off x="795745" y="482767"/>
            <a:ext cx="1156645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ตัวอย่างข้อมูลที่ได้ของสถานที่ท่องเที่ยวจาก Tripadvisor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434987"/>
            <a:ext cx="8115300" cy="7852013"/>
            <a:chOff x="0" y="0"/>
            <a:chExt cx="2137363" cy="20680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7363" cy="2068020"/>
            </a:xfrm>
            <a:custGeom>
              <a:avLst/>
              <a:gdLst/>
              <a:ahLst/>
              <a:cxnLst/>
              <a:rect l="l" t="t" r="r" b="b"/>
              <a:pathLst>
                <a:path w="2137363" h="2068020">
                  <a:moveTo>
                    <a:pt x="0" y="0"/>
                  </a:moveTo>
                  <a:lnTo>
                    <a:pt x="2137363" y="0"/>
                  </a:lnTo>
                  <a:lnTo>
                    <a:pt x="2137363" y="2068020"/>
                  </a:lnTo>
                  <a:lnTo>
                    <a:pt x="0" y="2068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316602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137363" cy="2153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9144000" y="5162550"/>
            <a:ext cx="3440818" cy="0"/>
          </a:xfrm>
          <a:prstGeom prst="line">
            <a:avLst/>
          </a:prstGeom>
          <a:ln w="76200" cap="flat">
            <a:solidFill>
              <a:srgbClr val="31660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Box 12"/>
          <p:cNvSpPr txBox="1"/>
          <p:nvPr/>
        </p:nvSpPr>
        <p:spPr>
          <a:xfrm>
            <a:off x="12969581" y="4849177"/>
            <a:ext cx="4289719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ข้อมูลที่ได้จาก Web Scraping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805270" y="1247594"/>
            <a:ext cx="8485742" cy="9039406"/>
          </a:xfrm>
          <a:custGeom>
            <a:avLst/>
            <a:gdLst/>
            <a:ahLst/>
            <a:cxnLst/>
            <a:rect l="l" t="t" r="r" b="b"/>
            <a:pathLst>
              <a:path w="8485742" h="9039406">
                <a:moveTo>
                  <a:pt x="0" y="0"/>
                </a:moveTo>
                <a:lnTo>
                  <a:pt x="8485742" y="0"/>
                </a:lnTo>
                <a:lnTo>
                  <a:pt x="8485742" y="9039406"/>
                </a:lnTo>
                <a:lnTo>
                  <a:pt x="0" y="9039406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6" name="Group 6"/>
          <p:cNvGrpSpPr/>
          <p:nvPr/>
        </p:nvGrpSpPr>
        <p:grpSpPr>
          <a:xfrm>
            <a:off x="1028700" y="2434987"/>
            <a:ext cx="8115300" cy="7852013"/>
            <a:chOff x="0" y="0"/>
            <a:chExt cx="2137363" cy="2068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7363" cy="2068020"/>
            </a:xfrm>
            <a:custGeom>
              <a:avLst/>
              <a:gdLst/>
              <a:ahLst/>
              <a:cxnLst/>
              <a:rect l="l" t="t" r="r" b="b"/>
              <a:pathLst>
                <a:path w="2137363" h="2068020">
                  <a:moveTo>
                    <a:pt x="0" y="0"/>
                  </a:moveTo>
                  <a:lnTo>
                    <a:pt x="2137363" y="0"/>
                  </a:lnTo>
                  <a:lnTo>
                    <a:pt x="2137363" y="2068020"/>
                  </a:lnTo>
                  <a:lnTo>
                    <a:pt x="0" y="2068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316602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2137363" cy="2153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9144000" y="5162550"/>
            <a:ext cx="3440818" cy="0"/>
          </a:xfrm>
          <a:prstGeom prst="line">
            <a:avLst/>
          </a:prstGeom>
          <a:ln w="76200" cap="flat">
            <a:solidFill>
              <a:srgbClr val="31660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th-TH"/>
          </a:p>
        </p:txBody>
      </p:sp>
      <p:sp>
        <p:nvSpPr>
          <p:cNvPr id="10" name="TextBox 10"/>
          <p:cNvSpPr txBox="1"/>
          <p:nvPr/>
        </p:nvSpPr>
        <p:spPr>
          <a:xfrm>
            <a:off x="805270" y="482767"/>
            <a:ext cx="775162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ตัวอย่างข้อมูลที่ได้ของที่พักจาก Tripadvisor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69581" y="4849177"/>
            <a:ext cx="4289719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ข้อมูลที่ได้จาก Web Scraping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5342238" y="831381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8" y="0"/>
                </a:lnTo>
                <a:lnTo>
                  <a:pt x="3204398" y="1951771"/>
                </a:lnTo>
                <a:lnTo>
                  <a:pt x="0" y="1951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1229755" y="1247594"/>
            <a:ext cx="7751291" cy="9039406"/>
          </a:xfrm>
          <a:custGeom>
            <a:avLst/>
            <a:gdLst/>
            <a:ahLst/>
            <a:cxnLst/>
            <a:rect l="l" t="t" r="r" b="b"/>
            <a:pathLst>
              <a:path w="7751291" h="9039406">
                <a:moveTo>
                  <a:pt x="0" y="0"/>
                </a:moveTo>
                <a:lnTo>
                  <a:pt x="7751290" y="0"/>
                </a:lnTo>
                <a:lnTo>
                  <a:pt x="7751290" y="9039406"/>
                </a:lnTo>
                <a:lnTo>
                  <a:pt x="0" y="9039406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TextBox 6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37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9755" y="2204090"/>
            <a:ext cx="7751291" cy="8082910"/>
            <a:chOff x="0" y="0"/>
            <a:chExt cx="2041492" cy="21288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492" cy="2128832"/>
            </a:xfrm>
            <a:custGeom>
              <a:avLst/>
              <a:gdLst/>
              <a:ahLst/>
              <a:cxnLst/>
              <a:rect l="l" t="t" r="r" b="b"/>
              <a:pathLst>
                <a:path w="2041492" h="2128832">
                  <a:moveTo>
                    <a:pt x="0" y="0"/>
                  </a:moveTo>
                  <a:lnTo>
                    <a:pt x="2041492" y="0"/>
                  </a:lnTo>
                  <a:lnTo>
                    <a:pt x="2041492" y="2128832"/>
                  </a:lnTo>
                  <a:lnTo>
                    <a:pt x="0" y="2128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316602"/>
              </a:solidFill>
              <a:prstDash val="solid"/>
              <a:miter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041492" cy="221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9144000" y="5162550"/>
            <a:ext cx="3440818" cy="0"/>
          </a:xfrm>
          <a:prstGeom prst="line">
            <a:avLst/>
          </a:prstGeom>
          <a:ln w="76200" cap="flat">
            <a:solidFill>
              <a:srgbClr val="31660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th-TH"/>
          </a:p>
        </p:txBody>
      </p:sp>
      <p:sp>
        <p:nvSpPr>
          <p:cNvPr id="11" name="TextBox 11"/>
          <p:cNvSpPr txBox="1"/>
          <p:nvPr/>
        </p:nvSpPr>
        <p:spPr>
          <a:xfrm>
            <a:off x="805270" y="482767"/>
            <a:ext cx="8582165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ตัวอย่างข้อมูลที่ได้ของร้านอาหารจาก Tripadvisor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69581" y="4849177"/>
            <a:ext cx="4289719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ข้อมูลที่ได้จาก Web Scraping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5225180" y="3552826"/>
            <a:ext cx="7837640" cy="5995795"/>
          </a:xfrm>
          <a:custGeom>
            <a:avLst/>
            <a:gdLst/>
            <a:ahLst/>
            <a:cxnLst/>
            <a:rect l="l" t="t" r="r" b="b"/>
            <a:pathLst>
              <a:path w="7837640" h="5995795">
                <a:moveTo>
                  <a:pt x="0" y="0"/>
                </a:moveTo>
                <a:lnTo>
                  <a:pt x="7837640" y="0"/>
                </a:lnTo>
                <a:lnTo>
                  <a:pt x="7837640" y="5995794"/>
                </a:lnTo>
                <a:lnTo>
                  <a:pt x="0" y="5995794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650498" y="452330"/>
            <a:ext cx="9658696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ปัญหาที่พบในการพัฒนาระบบ Web Scraping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0498" y="1365027"/>
            <a:ext cx="4829348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ถูกเว็บไซต์บล็อก IP address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CAPTCHAs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50240" y="-50224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853912" y="2438367"/>
            <a:ext cx="16580177" cy="5782337"/>
          </a:xfrm>
          <a:custGeom>
            <a:avLst/>
            <a:gdLst/>
            <a:ahLst/>
            <a:cxnLst/>
            <a:rect l="l" t="t" r="r" b="b"/>
            <a:pathLst>
              <a:path w="16580177" h="5782337">
                <a:moveTo>
                  <a:pt x="0" y="0"/>
                </a:moveTo>
                <a:lnTo>
                  <a:pt x="16580176" y="0"/>
                </a:lnTo>
                <a:lnTo>
                  <a:pt x="16580176" y="5782336"/>
                </a:lnTo>
                <a:lnTo>
                  <a:pt x="0" y="57823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434620" y="532948"/>
            <a:ext cx="8133492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แก้ปัญหาด้วย Proxy Rotation Service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75076" y="8354427"/>
            <a:ext cx="4652248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https://kinsta.com/wp-content/uploads/2023/02/Rotating-Proxy.png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9522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2008571" y="3044011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2" y="0"/>
                </a:lnTo>
                <a:lnTo>
                  <a:pt x="3006372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1507761" y="3174276"/>
            <a:ext cx="15272477" cy="12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27"/>
              </a:lnSpc>
            </a:pPr>
            <a:r>
              <a:rPr lang="en-US" sz="8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3) ระบบแนะนำ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51199" y="1592213"/>
            <a:ext cx="13819171" cy="148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ขั้นตอนการพัฒนา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4961823" y="4572508"/>
            <a:ext cx="8364354" cy="5123167"/>
          </a:xfrm>
          <a:custGeom>
            <a:avLst/>
            <a:gdLst/>
            <a:ahLst/>
            <a:cxnLst/>
            <a:rect l="l" t="t" r="r" b="b"/>
            <a:pathLst>
              <a:path w="8364354" h="5123167">
                <a:moveTo>
                  <a:pt x="0" y="0"/>
                </a:moveTo>
                <a:lnTo>
                  <a:pt x="8364354" y="0"/>
                </a:lnTo>
                <a:lnTo>
                  <a:pt x="8364354" y="5123167"/>
                </a:lnTo>
                <a:lnTo>
                  <a:pt x="0" y="51231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4620" y="532948"/>
            <a:ext cx="12333622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ศึกษาและออกแบบระบบแนะนำ (Recommendation System)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0498" y="1542125"/>
            <a:ext cx="10687324" cy="2598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สร้าง Hybrid Recommender ด้วย K-Nearest Neighbors (KNN)</a:t>
            </a:r>
          </a:p>
          <a:p>
            <a:pPr marL="604518" lvl="1" indent="-302259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Content-Based Filtering</a:t>
            </a:r>
          </a:p>
          <a:p>
            <a:pPr marL="1209036" lvl="2" indent="-403012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แนะนําจากคุณสมบัติของสถานที่ท่องเที่ยวที่ผู้ใช้น่าจะชอบมากที่สุด</a:t>
            </a:r>
          </a:p>
          <a:p>
            <a:pPr marL="604518" lvl="1" indent="-302259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Collaborative Filtering</a:t>
            </a:r>
          </a:p>
          <a:p>
            <a:pPr marL="1209036" lvl="2" indent="-403012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แนะนําจากผู้ใช้ที่มีพฤติกรรมคล้ายกัน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77305" y="9908871"/>
            <a:ext cx="6133389" cy="18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22"/>
              </a:lnSpc>
              <a:spcBef>
                <a:spcPct val="0"/>
              </a:spcBef>
            </a:pPr>
            <a:r>
              <a:rPr lang="en-US" sz="108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https://miro.medium.com/v2/resize:fit:1400/1*pwTJcwxuRIH_l5JRHRoQlA.png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TextBox 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620" y="532948"/>
            <a:ext cx="12333622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ขั้นตอนการพัฒนาระบบแนะนำ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4620" y="1039521"/>
            <a:ext cx="13442001" cy="339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3"/>
              </a:lnSpc>
            </a:pPr>
            <a:endParaRPr/>
          </a:p>
          <a:p>
            <a:pPr marL="646752" lvl="1" indent="-323376" algn="l">
              <a:lnSpc>
                <a:spcPts val="4493"/>
              </a:lnSpc>
              <a:buFont typeface="Arial"/>
              <a:buChar char="•"/>
            </a:pPr>
            <a:r>
              <a:rPr lang="en-US" sz="2995" spc="-74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พัฒนาโมเดล Content-based Filtering</a:t>
            </a:r>
          </a:p>
          <a:p>
            <a:pPr marL="646752" lvl="1" indent="-323376" algn="l">
              <a:lnSpc>
                <a:spcPts val="4493"/>
              </a:lnSpc>
              <a:buFont typeface="Arial"/>
              <a:buChar char="•"/>
            </a:pPr>
            <a:r>
              <a:rPr lang="en-US" sz="2995" spc="-74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พัฒนาโมเดล Collaborative Filtering</a:t>
            </a:r>
          </a:p>
          <a:p>
            <a:pPr marL="646752" lvl="1" indent="-323376" algn="l">
              <a:lnSpc>
                <a:spcPts val="4493"/>
              </a:lnSpc>
              <a:buFont typeface="Arial"/>
              <a:buChar char="•"/>
            </a:pPr>
            <a:r>
              <a:rPr lang="en-US" sz="2995" spc="-74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พัฒนา API ระบบแนะนํา</a:t>
            </a:r>
          </a:p>
          <a:p>
            <a:pPr marL="646752" lvl="1" indent="-323376" algn="l">
              <a:lnSpc>
                <a:spcPts val="4493"/>
              </a:lnSpc>
              <a:buFont typeface="Arial"/>
              <a:buChar char="•"/>
            </a:pPr>
            <a:r>
              <a:rPr lang="en-US" sz="2995" spc="-74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Deploy ระบบแนะนํา</a:t>
            </a:r>
          </a:p>
          <a:p>
            <a:pPr marL="646752" lvl="1" indent="-323376" algn="l">
              <a:lnSpc>
                <a:spcPts val="4493"/>
              </a:lnSpc>
              <a:spcBef>
                <a:spcPct val="0"/>
              </a:spcBef>
              <a:buFont typeface="Arial"/>
              <a:buChar char="•"/>
            </a:pPr>
            <a:r>
              <a:rPr lang="en-US" sz="2995" spc="-74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การอัพเดทโมเดลระบบแนะนํา (Model Retraining)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138153" y="2429442"/>
            <a:ext cx="3314929" cy="3760076"/>
          </a:xfrm>
          <a:custGeom>
            <a:avLst/>
            <a:gdLst/>
            <a:ahLst/>
            <a:cxnLst/>
            <a:rect l="l" t="t" r="r" b="b"/>
            <a:pathLst>
              <a:path w="3314929" h="3760076">
                <a:moveTo>
                  <a:pt x="0" y="0"/>
                </a:moveTo>
                <a:lnTo>
                  <a:pt x="3314929" y="0"/>
                </a:lnTo>
                <a:lnTo>
                  <a:pt x="3314929" y="3760076"/>
                </a:lnTo>
                <a:lnTo>
                  <a:pt x="0" y="3760076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5848644" y="2979351"/>
            <a:ext cx="4204805" cy="2573341"/>
          </a:xfrm>
          <a:custGeom>
            <a:avLst/>
            <a:gdLst/>
            <a:ahLst/>
            <a:cxnLst/>
            <a:rect l="l" t="t" r="r" b="b"/>
            <a:pathLst>
              <a:path w="4204805" h="2573341">
                <a:moveTo>
                  <a:pt x="0" y="0"/>
                </a:moveTo>
                <a:lnTo>
                  <a:pt x="4204805" y="0"/>
                </a:lnTo>
                <a:lnTo>
                  <a:pt x="4204805" y="2573341"/>
                </a:lnTo>
                <a:lnTo>
                  <a:pt x="0" y="2573341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2029749" y="3334038"/>
            <a:ext cx="5872323" cy="1863968"/>
          </a:xfrm>
          <a:custGeom>
            <a:avLst/>
            <a:gdLst/>
            <a:ahLst/>
            <a:cxnLst/>
            <a:rect l="l" t="t" r="r" b="b"/>
            <a:pathLst>
              <a:path w="5872323" h="1863968">
                <a:moveTo>
                  <a:pt x="0" y="0"/>
                </a:moveTo>
                <a:lnTo>
                  <a:pt x="5872323" y="0"/>
                </a:lnTo>
                <a:lnTo>
                  <a:pt x="5872323" y="1863968"/>
                </a:lnTo>
                <a:lnTo>
                  <a:pt x="0" y="1863968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2596360" y="5835586"/>
            <a:ext cx="4739100" cy="675574"/>
          </a:xfrm>
          <a:custGeom>
            <a:avLst/>
            <a:gdLst/>
            <a:ahLst/>
            <a:cxnLst/>
            <a:rect l="l" t="t" r="r" b="b"/>
            <a:pathLst>
              <a:path w="4739100" h="675574">
                <a:moveTo>
                  <a:pt x="0" y="0"/>
                </a:moveTo>
                <a:lnTo>
                  <a:pt x="4739100" y="0"/>
                </a:lnTo>
                <a:lnTo>
                  <a:pt x="4739100" y="675574"/>
                </a:lnTo>
                <a:lnTo>
                  <a:pt x="0" y="6755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AutoShape 9"/>
          <p:cNvSpPr/>
          <p:nvPr/>
        </p:nvSpPr>
        <p:spPr>
          <a:xfrm flipV="1">
            <a:off x="3453082" y="4266022"/>
            <a:ext cx="2395562" cy="434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0" name="AutoShape 10"/>
          <p:cNvSpPr/>
          <p:nvPr/>
        </p:nvSpPr>
        <p:spPr>
          <a:xfrm flipV="1">
            <a:off x="10053449" y="4266022"/>
            <a:ext cx="19763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1" name="AutoShape 11"/>
          <p:cNvSpPr/>
          <p:nvPr/>
        </p:nvSpPr>
        <p:spPr>
          <a:xfrm flipH="1">
            <a:off x="14965910" y="5198006"/>
            <a:ext cx="0" cy="6375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2" name="AutoShape 12"/>
          <p:cNvSpPr/>
          <p:nvPr/>
        </p:nvSpPr>
        <p:spPr>
          <a:xfrm>
            <a:off x="14965910" y="6511160"/>
            <a:ext cx="0" cy="692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1787655" y="7203246"/>
            <a:ext cx="6356511" cy="990111"/>
          </a:xfrm>
          <a:custGeom>
            <a:avLst/>
            <a:gdLst/>
            <a:ahLst/>
            <a:cxnLst/>
            <a:rect l="l" t="t" r="r" b="b"/>
            <a:pathLst>
              <a:path w="6356511" h="990111">
                <a:moveTo>
                  <a:pt x="0" y="0"/>
                </a:moveTo>
                <a:lnTo>
                  <a:pt x="6356511" y="0"/>
                </a:lnTo>
                <a:lnTo>
                  <a:pt x="6356511" y="990111"/>
                </a:lnTo>
                <a:lnTo>
                  <a:pt x="0" y="990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TextBox 14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8216" y="433609"/>
            <a:ext cx="1463051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พัฒนาโมเดล Content-Based Filtering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41553" y="3696769"/>
            <a:ext cx="3793231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แปลงข้อมูล JSON 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เป็นเมทริกซ์ที่เก็บคะแนน tag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7591" y="3944419"/>
            <a:ext cx="379323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นําข้อมูลไปสร้างโมเดล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62698" y="5418072"/>
            <a:ext cx="120321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บันทึกโมเดล</a:t>
            </a:r>
          </a:p>
        </p:txBody>
      </p:sp>
      <p:sp>
        <p:nvSpPr>
          <p:cNvPr id="19" name="Freeform 19"/>
          <p:cNvSpPr/>
          <p:nvPr/>
        </p:nvSpPr>
        <p:spPr>
          <a:xfrm rot="1585212">
            <a:off x="-7259626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20" name="Freeform 20"/>
          <p:cNvSpPr/>
          <p:nvPr/>
        </p:nvSpPr>
        <p:spPr>
          <a:xfrm rot="2022803">
            <a:off x="-7916170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21" name="Freeform 21"/>
          <p:cNvSpPr/>
          <p:nvPr/>
        </p:nvSpPr>
        <p:spPr>
          <a:xfrm rot="2461314">
            <a:off x="-6550277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AutoShape 5"/>
          <p:cNvSpPr/>
          <p:nvPr/>
        </p:nvSpPr>
        <p:spPr>
          <a:xfrm>
            <a:off x="3597842" y="4475923"/>
            <a:ext cx="278245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6" name="AutoShape 6"/>
          <p:cNvSpPr/>
          <p:nvPr/>
        </p:nvSpPr>
        <p:spPr>
          <a:xfrm>
            <a:off x="11684371" y="4475923"/>
            <a:ext cx="218444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258422" y="3160616"/>
            <a:ext cx="3339420" cy="2630615"/>
          </a:xfrm>
          <a:custGeom>
            <a:avLst/>
            <a:gdLst/>
            <a:ahLst/>
            <a:cxnLst/>
            <a:rect l="l" t="t" r="r" b="b"/>
            <a:pathLst>
              <a:path w="3339420" h="2630615">
                <a:moveTo>
                  <a:pt x="0" y="0"/>
                </a:moveTo>
                <a:lnTo>
                  <a:pt x="3339420" y="0"/>
                </a:lnTo>
                <a:lnTo>
                  <a:pt x="3339420" y="2630615"/>
                </a:lnTo>
                <a:lnTo>
                  <a:pt x="0" y="263061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6380293" y="2178595"/>
            <a:ext cx="5304078" cy="4594657"/>
          </a:xfrm>
          <a:custGeom>
            <a:avLst/>
            <a:gdLst/>
            <a:ahLst/>
            <a:cxnLst/>
            <a:rect l="l" t="t" r="r" b="b"/>
            <a:pathLst>
              <a:path w="5304078" h="4594657">
                <a:moveTo>
                  <a:pt x="0" y="0"/>
                </a:moveTo>
                <a:lnTo>
                  <a:pt x="5304078" y="0"/>
                </a:lnTo>
                <a:lnTo>
                  <a:pt x="5304078" y="4594657"/>
                </a:lnTo>
                <a:lnTo>
                  <a:pt x="0" y="4594657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13868820" y="3772966"/>
            <a:ext cx="3988876" cy="1405915"/>
          </a:xfrm>
          <a:custGeom>
            <a:avLst/>
            <a:gdLst/>
            <a:ahLst/>
            <a:cxnLst/>
            <a:rect l="l" t="t" r="r" b="b"/>
            <a:pathLst>
              <a:path w="3988876" h="1405915">
                <a:moveTo>
                  <a:pt x="0" y="0"/>
                </a:moveTo>
                <a:lnTo>
                  <a:pt x="3988876" y="0"/>
                </a:lnTo>
                <a:lnTo>
                  <a:pt x="3988876" y="1405915"/>
                </a:lnTo>
                <a:lnTo>
                  <a:pt x="0" y="140591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13571133" y="5930851"/>
            <a:ext cx="4573033" cy="561601"/>
          </a:xfrm>
          <a:custGeom>
            <a:avLst/>
            <a:gdLst/>
            <a:ahLst/>
            <a:cxnLst/>
            <a:rect l="l" t="t" r="r" b="b"/>
            <a:pathLst>
              <a:path w="4573033" h="561601">
                <a:moveTo>
                  <a:pt x="0" y="0"/>
                </a:moveTo>
                <a:lnTo>
                  <a:pt x="4573033" y="0"/>
                </a:lnTo>
                <a:lnTo>
                  <a:pt x="4573033" y="561601"/>
                </a:lnTo>
                <a:lnTo>
                  <a:pt x="0" y="561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AutoShape 11"/>
          <p:cNvSpPr/>
          <p:nvPr/>
        </p:nvSpPr>
        <p:spPr>
          <a:xfrm flipH="1">
            <a:off x="15857649" y="5178881"/>
            <a:ext cx="5608" cy="7519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2" name="Freeform 12"/>
          <p:cNvSpPr/>
          <p:nvPr/>
        </p:nvSpPr>
        <p:spPr>
          <a:xfrm>
            <a:off x="13492989" y="7244927"/>
            <a:ext cx="4729321" cy="679887"/>
          </a:xfrm>
          <a:custGeom>
            <a:avLst/>
            <a:gdLst/>
            <a:ahLst/>
            <a:cxnLst/>
            <a:rect l="l" t="t" r="r" b="b"/>
            <a:pathLst>
              <a:path w="4729321" h="679887">
                <a:moveTo>
                  <a:pt x="0" y="0"/>
                </a:moveTo>
                <a:lnTo>
                  <a:pt x="4729321" y="0"/>
                </a:lnTo>
                <a:lnTo>
                  <a:pt x="4729321" y="679886"/>
                </a:lnTo>
                <a:lnTo>
                  <a:pt x="0" y="679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TextBox 13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8216" y="433609"/>
            <a:ext cx="1463051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พัฒนาโมเดล Collaborative Filtering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5857649" y="6492452"/>
            <a:ext cx="0" cy="752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Box 16"/>
          <p:cNvSpPr txBox="1"/>
          <p:nvPr/>
        </p:nvSpPr>
        <p:spPr>
          <a:xfrm>
            <a:off x="3612277" y="3580805"/>
            <a:ext cx="2768016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แปลงข้อมูล JSON 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เป็น DataFrame ที่เก็บข้อมูลการให้คะแนนของผู้ใช้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41603" y="4076105"/>
            <a:ext cx="379323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นําข้อมูลไปสร้างโมเดล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34834" y="5420246"/>
            <a:ext cx="120321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บันทึกโมเดล</a:t>
            </a:r>
          </a:p>
        </p:txBody>
      </p:sp>
      <p:sp>
        <p:nvSpPr>
          <p:cNvPr id="19" name="Freeform 19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20" name="Freeform 20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21" name="Freeform 21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662728" y="2479891"/>
            <a:ext cx="3182755" cy="3135369"/>
          </a:xfrm>
          <a:custGeom>
            <a:avLst/>
            <a:gdLst/>
            <a:ahLst/>
            <a:cxnLst/>
            <a:rect l="l" t="t" r="r" b="b"/>
            <a:pathLst>
              <a:path w="3182755" h="3135369">
                <a:moveTo>
                  <a:pt x="0" y="0"/>
                </a:moveTo>
                <a:lnTo>
                  <a:pt x="3182755" y="0"/>
                </a:lnTo>
                <a:lnTo>
                  <a:pt x="3182755" y="3135369"/>
                </a:lnTo>
                <a:lnTo>
                  <a:pt x="0" y="3135369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TextBox 6"/>
          <p:cNvSpPr txBox="1"/>
          <p:nvPr/>
        </p:nvSpPr>
        <p:spPr>
          <a:xfrm>
            <a:off x="415469" y="5776267"/>
            <a:ext cx="367727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payload ที่ใช้สําหรับ API ระบบแนะนํา</a:t>
            </a:r>
          </a:p>
        </p:txBody>
      </p:sp>
      <p:sp>
        <p:nvSpPr>
          <p:cNvPr id="7" name="Freeform 7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5492731" y="1941320"/>
            <a:ext cx="11301259" cy="3969567"/>
          </a:xfrm>
          <a:custGeom>
            <a:avLst/>
            <a:gdLst/>
            <a:ahLst/>
            <a:cxnLst/>
            <a:rect l="l" t="t" r="r" b="b"/>
            <a:pathLst>
              <a:path w="11301259" h="3969567">
                <a:moveTo>
                  <a:pt x="0" y="0"/>
                </a:moveTo>
                <a:lnTo>
                  <a:pt x="11301259" y="0"/>
                </a:lnTo>
                <a:lnTo>
                  <a:pt x="11301259" y="3969567"/>
                </a:lnTo>
                <a:lnTo>
                  <a:pt x="0" y="3969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TextBox 11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8216" y="433609"/>
            <a:ext cx="1463051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 API ระบบแนะนํา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58907" y="6112011"/>
            <a:ext cx="367727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แผนภาพการทํางานของระบบแนะนํา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6420" y="3552861"/>
            <a:ext cx="7739561" cy="1763274"/>
          </a:xfrm>
          <a:custGeom>
            <a:avLst/>
            <a:gdLst/>
            <a:ahLst/>
            <a:cxnLst/>
            <a:rect l="l" t="t" r="r" b="b"/>
            <a:pathLst>
              <a:path w="7739561" h="1763274">
                <a:moveTo>
                  <a:pt x="0" y="0"/>
                </a:moveTo>
                <a:lnTo>
                  <a:pt x="7739562" y="0"/>
                </a:lnTo>
                <a:lnTo>
                  <a:pt x="7739562" y="1763274"/>
                </a:lnTo>
                <a:lnTo>
                  <a:pt x="0" y="1763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TextBox 3"/>
          <p:cNvSpPr txBox="1"/>
          <p:nvPr/>
        </p:nvSpPr>
        <p:spPr>
          <a:xfrm>
            <a:off x="528216" y="433609"/>
            <a:ext cx="1463051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กรณีแนะนําโดย Content-based Filtering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9387" y="5527408"/>
            <a:ext cx="561362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เวกเตอร์ที่ใช้เก็บข้อมูลคะแนนแท็กของสถานที่ท่องเที่ยวสําหรับผู้ใช้งาน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(ใช้เป็น input ของระบบแนะนํา Content-Based Filtering)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83690" y="5964310"/>
            <a:ext cx="561362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ข้อมูลที่ใช้ในการอ้างอิงไอดีของสถานที่ท่องเที่ยว</a:t>
            </a:r>
          </a:p>
        </p:txBody>
      </p:sp>
      <p:sp>
        <p:nvSpPr>
          <p:cNvPr id="6" name="Freeform 6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10665065" y="2664021"/>
            <a:ext cx="4650878" cy="3089016"/>
          </a:xfrm>
          <a:custGeom>
            <a:avLst/>
            <a:gdLst/>
            <a:ahLst/>
            <a:cxnLst/>
            <a:rect l="l" t="t" r="r" b="b"/>
            <a:pathLst>
              <a:path w="4650878" h="3089016">
                <a:moveTo>
                  <a:pt x="0" y="0"/>
                </a:moveTo>
                <a:lnTo>
                  <a:pt x="4650878" y="0"/>
                </a:lnTo>
                <a:lnTo>
                  <a:pt x="4650878" y="3089016"/>
                </a:lnTo>
                <a:lnTo>
                  <a:pt x="0" y="30890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Freeform 11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2" name="Freeform 12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TextBox 13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3598052" y="549279"/>
            <a:ext cx="11418796" cy="8992302"/>
          </a:xfrm>
          <a:custGeom>
            <a:avLst/>
            <a:gdLst/>
            <a:ahLst/>
            <a:cxnLst/>
            <a:rect l="l" t="t" r="r" b="b"/>
            <a:pathLst>
              <a:path w="11418796" h="8992302">
                <a:moveTo>
                  <a:pt x="0" y="0"/>
                </a:moveTo>
                <a:lnTo>
                  <a:pt x="11418796" y="0"/>
                </a:lnTo>
                <a:lnTo>
                  <a:pt x="11418796" y="8992302"/>
                </a:lnTo>
                <a:lnTo>
                  <a:pt x="0" y="8992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7173" y="3096803"/>
            <a:ext cx="7146302" cy="3271365"/>
          </a:xfrm>
          <a:custGeom>
            <a:avLst/>
            <a:gdLst/>
            <a:ahLst/>
            <a:cxnLst/>
            <a:rect l="l" t="t" r="r" b="b"/>
            <a:pathLst>
              <a:path w="7146302" h="3271365">
                <a:moveTo>
                  <a:pt x="0" y="0"/>
                </a:moveTo>
                <a:lnTo>
                  <a:pt x="7146303" y="0"/>
                </a:lnTo>
                <a:lnTo>
                  <a:pt x="7146303" y="3271365"/>
                </a:lnTo>
                <a:lnTo>
                  <a:pt x="0" y="3271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TextBox 3"/>
          <p:cNvSpPr txBox="1"/>
          <p:nvPr/>
        </p:nvSpPr>
        <p:spPr>
          <a:xfrm>
            <a:off x="528216" y="433609"/>
            <a:ext cx="1463051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กรณีแนะนําโดย Collaborative Filtering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4007" y="6491762"/>
            <a:ext cx="561362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เวกเตอร์ที่ใช้เก็บข้อมูลการให้คะแนนของผู้ใช้งานเป้าหมาย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(ใช้เป็น input ของระบบแนะนํา Collaborative Filtering)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43994" y="6798613"/>
            <a:ext cx="561362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ข้อมูลที่ใช้อ้างอิงการให้คะแนนสถานที่ท่องเที่ยวของผู้ใช้งานทุกคน</a:t>
            </a:r>
          </a:p>
        </p:txBody>
      </p:sp>
      <p:sp>
        <p:nvSpPr>
          <p:cNvPr id="6" name="Freeform 6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9928559" y="2835386"/>
            <a:ext cx="6444498" cy="3794198"/>
          </a:xfrm>
          <a:custGeom>
            <a:avLst/>
            <a:gdLst/>
            <a:ahLst/>
            <a:cxnLst/>
            <a:rect l="l" t="t" r="r" b="b"/>
            <a:pathLst>
              <a:path w="6444498" h="3794198">
                <a:moveTo>
                  <a:pt x="0" y="0"/>
                </a:moveTo>
                <a:lnTo>
                  <a:pt x="6444498" y="0"/>
                </a:lnTo>
                <a:lnTo>
                  <a:pt x="6444498" y="3794198"/>
                </a:lnTo>
                <a:lnTo>
                  <a:pt x="0" y="3794198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Freeform 11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2" name="Freeform 12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TextBox 13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2085639" y="1446684"/>
            <a:ext cx="14116722" cy="7393633"/>
          </a:xfrm>
          <a:custGeom>
            <a:avLst/>
            <a:gdLst/>
            <a:ahLst/>
            <a:cxnLst/>
            <a:rect l="l" t="t" r="r" b="b"/>
            <a:pathLst>
              <a:path w="14116722" h="7393633">
                <a:moveTo>
                  <a:pt x="0" y="0"/>
                </a:moveTo>
                <a:lnTo>
                  <a:pt x="14116722" y="0"/>
                </a:lnTo>
                <a:lnTo>
                  <a:pt x="14116722" y="7393632"/>
                </a:lnTo>
                <a:lnTo>
                  <a:pt x="0" y="73936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3584648" y="2941444"/>
            <a:ext cx="9000170" cy="5782609"/>
          </a:xfrm>
          <a:custGeom>
            <a:avLst/>
            <a:gdLst/>
            <a:ahLst/>
            <a:cxnLst/>
            <a:rect l="l" t="t" r="r" b="b"/>
            <a:pathLst>
              <a:path w="9000170" h="5782609">
                <a:moveTo>
                  <a:pt x="0" y="0"/>
                </a:moveTo>
                <a:lnTo>
                  <a:pt x="9000170" y="0"/>
                </a:lnTo>
                <a:lnTo>
                  <a:pt x="9000170" y="5782610"/>
                </a:lnTo>
                <a:lnTo>
                  <a:pt x="0" y="5782610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8216" y="1245994"/>
            <a:ext cx="9960376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นําโมเดลและ API ไป deploy เพื่อนําไปใช้งานในเว็บแอพลิเคชั่นต่อไป โดยระบบแนะนําจะทํางานอยู่ใน Docker Container</a:t>
            </a:r>
          </a:p>
          <a:p>
            <a:pPr algn="l">
              <a:lnSpc>
                <a:spcPts val="4199"/>
              </a:lnSpc>
            </a:pPr>
            <a:endParaRPr lang="en-US" sz="2799">
              <a:solidFill>
                <a:srgbClr val="11283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28216" y="433609"/>
            <a:ext cx="1463051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Deploy ระบบแนะนํา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9316952" y="3416475"/>
            <a:ext cx="6363158" cy="4264433"/>
          </a:xfrm>
          <a:custGeom>
            <a:avLst/>
            <a:gdLst/>
            <a:ahLst/>
            <a:cxnLst/>
            <a:rect l="l" t="t" r="r" b="b"/>
            <a:pathLst>
              <a:path w="6363158" h="4264433">
                <a:moveTo>
                  <a:pt x="0" y="0"/>
                </a:moveTo>
                <a:lnTo>
                  <a:pt x="6363158" y="0"/>
                </a:lnTo>
                <a:lnTo>
                  <a:pt x="6363158" y="4264432"/>
                </a:lnTo>
                <a:lnTo>
                  <a:pt x="0" y="42644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2142970" y="3416475"/>
            <a:ext cx="6398378" cy="4247104"/>
          </a:xfrm>
          <a:custGeom>
            <a:avLst/>
            <a:gdLst/>
            <a:ahLst/>
            <a:cxnLst/>
            <a:rect l="l" t="t" r="r" b="b"/>
            <a:pathLst>
              <a:path w="6398378" h="4247104">
                <a:moveTo>
                  <a:pt x="0" y="0"/>
                </a:moveTo>
                <a:lnTo>
                  <a:pt x="6398378" y="0"/>
                </a:lnTo>
                <a:lnTo>
                  <a:pt x="6398378" y="4247103"/>
                </a:lnTo>
                <a:lnTo>
                  <a:pt x="0" y="42471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th-TH"/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216" y="1143789"/>
            <a:ext cx="9960376" cy="216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1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การอัปเดตโมเดลผ่าน API โดยผู้ดูแลระบบ 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พัฒนา API สําหรับใช้ในการอัพเดทโมเดลทั้ง 2 รูปแบบโดยจะใช้ในกรณีที่มีการเพิ่มหรือลบข้อมูลสถานที่ท่องเที่ยวในฐานข้อมูล</a:t>
            </a:r>
          </a:p>
          <a:p>
            <a:pPr algn="l">
              <a:lnSpc>
                <a:spcPts val="4199"/>
              </a:lnSpc>
            </a:pPr>
            <a:endParaRPr lang="en-US" sz="2799">
              <a:solidFill>
                <a:srgbClr val="11283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28216" y="433609"/>
            <a:ext cx="1463051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การอัพเดทโมเดลระบบแนะนํา (Model Retraining)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218735" y="2061507"/>
            <a:ext cx="8727990" cy="4601229"/>
          </a:xfrm>
          <a:custGeom>
            <a:avLst/>
            <a:gdLst/>
            <a:ahLst/>
            <a:cxnLst/>
            <a:rect l="l" t="t" r="r" b="b"/>
            <a:pathLst>
              <a:path w="8727990" h="4601229">
                <a:moveTo>
                  <a:pt x="0" y="0"/>
                </a:moveTo>
                <a:lnTo>
                  <a:pt x="8727990" y="0"/>
                </a:lnTo>
                <a:lnTo>
                  <a:pt x="8727990" y="4601229"/>
                </a:lnTo>
                <a:lnTo>
                  <a:pt x="0" y="46012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9464082" y="2061507"/>
            <a:ext cx="8605182" cy="4601229"/>
          </a:xfrm>
          <a:custGeom>
            <a:avLst/>
            <a:gdLst/>
            <a:ahLst/>
            <a:cxnLst/>
            <a:rect l="l" t="t" r="r" b="b"/>
            <a:pathLst>
              <a:path w="8605182" h="4601229">
                <a:moveTo>
                  <a:pt x="0" y="0"/>
                </a:moveTo>
                <a:lnTo>
                  <a:pt x="8605183" y="0"/>
                </a:lnTo>
                <a:lnTo>
                  <a:pt x="8605183" y="4601229"/>
                </a:lnTo>
                <a:lnTo>
                  <a:pt x="0" y="460122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40803" y="6767511"/>
            <a:ext cx="4081197" cy="315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1706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ก่อนการใช้ API retrain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03854" y="6767511"/>
            <a:ext cx="4081197" cy="315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1706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หลังการใช้ API retrain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3073709" y="3841313"/>
            <a:ext cx="11301259" cy="1822328"/>
          </a:xfrm>
          <a:custGeom>
            <a:avLst/>
            <a:gdLst/>
            <a:ahLst/>
            <a:cxnLst/>
            <a:rect l="l" t="t" r="r" b="b"/>
            <a:pathLst>
              <a:path w="11301259" h="1822328">
                <a:moveTo>
                  <a:pt x="0" y="0"/>
                </a:moveTo>
                <a:lnTo>
                  <a:pt x="11301259" y="0"/>
                </a:lnTo>
                <a:lnTo>
                  <a:pt x="11301259" y="1822328"/>
                </a:lnTo>
                <a:lnTo>
                  <a:pt x="0" y="1822328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8216" y="1161869"/>
            <a:ext cx="13045753" cy="161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โดย Cloud Scheduler ถูกตั้งค่าให้ทำงานทุกวันเวลาเที่ยงคืน เพื่อนำไปกระตุ้นการทํางานของ Cloud Run functions ซึ่งจะเรียกใช้ API สำหรับอัพเดทโมเดลใหม่ทั้ง 2 รูปแบบโดยอัตโนมัติ</a:t>
            </a:r>
          </a:p>
          <a:p>
            <a:pPr algn="l">
              <a:lnSpc>
                <a:spcPts val="4799"/>
              </a:lnSpc>
            </a:pPr>
            <a:endParaRPr lang="en-US" sz="2799">
              <a:solidFill>
                <a:srgbClr val="11283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28216" y="433609"/>
            <a:ext cx="1463051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การอัปเดตโมเดลอัตโนมัติผ่าน Google Cloud Services ตามเวลาที่กําหนด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>
            <a:off x="14939767" y="140058"/>
            <a:ext cx="2917929" cy="1777284"/>
          </a:xfrm>
          <a:custGeom>
            <a:avLst/>
            <a:gdLst/>
            <a:ahLst/>
            <a:cxnLst/>
            <a:rect l="l" t="t" r="r" b="b"/>
            <a:pathLst>
              <a:path w="2917929" h="1777284">
                <a:moveTo>
                  <a:pt x="0" y="0"/>
                </a:moveTo>
                <a:lnTo>
                  <a:pt x="2917929" y="0"/>
                </a:lnTo>
                <a:lnTo>
                  <a:pt x="2917929" y="1777284"/>
                </a:lnTo>
                <a:lnTo>
                  <a:pt x="0" y="1777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4062820" y="2078622"/>
            <a:ext cx="11301259" cy="1963594"/>
          </a:xfrm>
          <a:custGeom>
            <a:avLst/>
            <a:gdLst/>
            <a:ahLst/>
            <a:cxnLst/>
            <a:rect l="l" t="t" r="r" b="b"/>
            <a:pathLst>
              <a:path w="11301259" h="1963594">
                <a:moveTo>
                  <a:pt x="0" y="0"/>
                </a:moveTo>
                <a:lnTo>
                  <a:pt x="11301259" y="0"/>
                </a:lnTo>
                <a:lnTo>
                  <a:pt x="11301259" y="1963594"/>
                </a:lnTo>
                <a:lnTo>
                  <a:pt x="0" y="19635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5157414" y="4228054"/>
            <a:ext cx="8862936" cy="5805223"/>
          </a:xfrm>
          <a:custGeom>
            <a:avLst/>
            <a:gdLst/>
            <a:ahLst/>
            <a:cxnLst/>
            <a:rect l="l" t="t" r="r" b="b"/>
            <a:pathLst>
              <a:path w="8862936" h="5805223">
                <a:moveTo>
                  <a:pt x="0" y="0"/>
                </a:moveTo>
                <a:lnTo>
                  <a:pt x="8862936" y="0"/>
                </a:lnTo>
                <a:lnTo>
                  <a:pt x="8862936" y="5805223"/>
                </a:lnTo>
                <a:lnTo>
                  <a:pt x="0" y="5805223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TextBox 10"/>
          <p:cNvSpPr txBox="1"/>
          <p:nvPr/>
        </p:nvSpPr>
        <p:spPr>
          <a:xfrm>
            <a:off x="528216" y="433609"/>
            <a:ext cx="1269870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Cloud Scheduler และ Cloud Run functions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9522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2008571" y="3044011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2" y="0"/>
                </a:lnTo>
                <a:lnTo>
                  <a:pt x="3006372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1507761" y="3174276"/>
            <a:ext cx="15272477" cy="12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27"/>
              </a:lnSpc>
            </a:pPr>
            <a:r>
              <a:rPr lang="en-US" sz="8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4) ระบบแสดงเส้นทาง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51199" y="1592213"/>
            <a:ext cx="13819171" cy="148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ขั้นตอนการพัฒนา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56911" y="822229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028700" y="4341083"/>
            <a:ext cx="7842012" cy="2643878"/>
          </a:xfrm>
          <a:custGeom>
            <a:avLst/>
            <a:gdLst/>
            <a:ahLst/>
            <a:cxnLst/>
            <a:rect l="l" t="t" r="r" b="b"/>
            <a:pathLst>
              <a:path w="7842012" h="2643878">
                <a:moveTo>
                  <a:pt x="0" y="0"/>
                </a:moveTo>
                <a:lnTo>
                  <a:pt x="7842012" y="0"/>
                </a:lnTo>
                <a:lnTo>
                  <a:pt x="7842012" y="2643878"/>
                </a:lnTo>
                <a:lnTo>
                  <a:pt x="0" y="26438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9664706" y="2995300"/>
            <a:ext cx="7594594" cy="5335443"/>
          </a:xfrm>
          <a:custGeom>
            <a:avLst/>
            <a:gdLst/>
            <a:ahLst/>
            <a:cxnLst/>
            <a:rect l="l" t="t" r="r" b="b"/>
            <a:pathLst>
              <a:path w="7594594" h="5335443">
                <a:moveTo>
                  <a:pt x="0" y="0"/>
                </a:moveTo>
                <a:lnTo>
                  <a:pt x="7594594" y="0"/>
                </a:lnTo>
                <a:lnTo>
                  <a:pt x="7594594" y="5335443"/>
                </a:lnTo>
                <a:lnTo>
                  <a:pt x="0" y="533544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TextBox 10"/>
          <p:cNvSpPr txBox="1"/>
          <p:nvPr/>
        </p:nvSpPr>
        <p:spPr>
          <a:xfrm>
            <a:off x="528216" y="433609"/>
            <a:ext cx="1269870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 API สำหรับแสดงเส้นทางตามแผนการท่องเที่ยว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39453" y="8464093"/>
            <a:ext cx="484510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https://raw.githubusercontent.com/riatelab/osrm/master/img/cover.png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44803" y="7189733"/>
            <a:ext cx="3209806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https://project-osrm.org/images/osrm_logo.svg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8216" y="1171648"/>
            <a:ext cx="10910561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โดยใช้ OSRM ซึ่งเป็นเครื่องมือโอเพนซอร์สที่นำมาใช้สำหรับการคำนวณเส้นทางและระยะทางบนแผนที่จากจุดหนึ่งไปยังอีกจุดหนึ่งโดยใช้ละติจูดและลองจิจูด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56911" y="822229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2996378" y="4850544"/>
            <a:ext cx="1557065" cy="1101270"/>
          </a:xfrm>
          <a:custGeom>
            <a:avLst/>
            <a:gdLst/>
            <a:ahLst/>
            <a:cxnLst/>
            <a:rect l="l" t="t" r="r" b="b"/>
            <a:pathLst>
              <a:path w="1557065" h="1101270">
                <a:moveTo>
                  <a:pt x="0" y="0"/>
                </a:moveTo>
                <a:lnTo>
                  <a:pt x="1557065" y="0"/>
                </a:lnTo>
                <a:lnTo>
                  <a:pt x="1557065" y="1101270"/>
                </a:lnTo>
                <a:lnTo>
                  <a:pt x="0" y="11012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7953281" y="2998073"/>
            <a:ext cx="4481122" cy="4564492"/>
          </a:xfrm>
          <a:custGeom>
            <a:avLst/>
            <a:gdLst/>
            <a:ahLst/>
            <a:cxnLst/>
            <a:rect l="l" t="t" r="r" b="b"/>
            <a:pathLst>
              <a:path w="4481122" h="4564492">
                <a:moveTo>
                  <a:pt x="0" y="0"/>
                </a:moveTo>
                <a:lnTo>
                  <a:pt x="4481122" y="0"/>
                </a:lnTo>
                <a:lnTo>
                  <a:pt x="4481122" y="4564492"/>
                </a:lnTo>
                <a:lnTo>
                  <a:pt x="0" y="456449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528216" y="4392103"/>
            <a:ext cx="5213226" cy="1757602"/>
          </a:xfrm>
          <a:custGeom>
            <a:avLst/>
            <a:gdLst/>
            <a:ahLst/>
            <a:cxnLst/>
            <a:rect l="l" t="t" r="r" b="b"/>
            <a:pathLst>
              <a:path w="5213226" h="1757602">
                <a:moveTo>
                  <a:pt x="0" y="0"/>
                </a:moveTo>
                <a:lnTo>
                  <a:pt x="5213226" y="0"/>
                </a:lnTo>
                <a:lnTo>
                  <a:pt x="5213226" y="1757601"/>
                </a:lnTo>
                <a:lnTo>
                  <a:pt x="0" y="17576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11" name="Group 11"/>
          <p:cNvGrpSpPr/>
          <p:nvPr/>
        </p:nvGrpSpPr>
        <p:grpSpPr>
          <a:xfrm>
            <a:off x="6300421" y="4920151"/>
            <a:ext cx="1031663" cy="1031663"/>
            <a:chOff x="0" y="0"/>
            <a:chExt cx="7391400" cy="7391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91400" cy="7391400"/>
            </a:xfrm>
            <a:custGeom>
              <a:avLst/>
              <a:gdLst/>
              <a:ahLst/>
              <a:cxnLst/>
              <a:rect l="l" t="t" r="r" b="b"/>
              <a:pathLst>
                <a:path w="7391400" h="7391400">
                  <a:moveTo>
                    <a:pt x="7391400" y="2606040"/>
                  </a:moveTo>
                  <a:lnTo>
                    <a:pt x="4785360" y="2606040"/>
                  </a:lnTo>
                  <a:lnTo>
                    <a:pt x="4785360" y="0"/>
                  </a:lnTo>
                  <a:lnTo>
                    <a:pt x="2606040" y="0"/>
                  </a:lnTo>
                  <a:lnTo>
                    <a:pt x="2606040" y="2606040"/>
                  </a:lnTo>
                  <a:lnTo>
                    <a:pt x="0" y="2606040"/>
                  </a:lnTo>
                  <a:lnTo>
                    <a:pt x="0" y="4785360"/>
                  </a:lnTo>
                  <a:lnTo>
                    <a:pt x="2606040" y="4785360"/>
                  </a:lnTo>
                  <a:lnTo>
                    <a:pt x="2606040" y="7391400"/>
                  </a:lnTo>
                  <a:lnTo>
                    <a:pt x="4785360" y="7391400"/>
                  </a:lnTo>
                  <a:lnTo>
                    <a:pt x="4785360" y="4785360"/>
                  </a:lnTo>
                  <a:lnTo>
                    <a:pt x="7391400" y="4785360"/>
                  </a:lnTo>
                  <a:lnTo>
                    <a:pt x="7391400" y="2606040"/>
                  </a:lnTo>
                  <a:close/>
                </a:path>
              </a:pathLst>
            </a:custGeom>
            <a:solidFill>
              <a:srgbClr val="385E8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115418" y="4081036"/>
            <a:ext cx="2640286" cy="2640286"/>
          </a:xfrm>
          <a:custGeom>
            <a:avLst/>
            <a:gdLst/>
            <a:ahLst/>
            <a:cxnLst/>
            <a:rect l="l" t="t" r="r" b="b"/>
            <a:pathLst>
              <a:path w="2640286" h="2640286">
                <a:moveTo>
                  <a:pt x="0" y="0"/>
                </a:moveTo>
                <a:lnTo>
                  <a:pt x="2640286" y="0"/>
                </a:lnTo>
                <a:lnTo>
                  <a:pt x="2640286" y="2640286"/>
                </a:lnTo>
                <a:lnTo>
                  <a:pt x="0" y="26402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TextBox 14"/>
          <p:cNvSpPr txBox="1"/>
          <p:nvPr/>
        </p:nvSpPr>
        <p:spPr>
          <a:xfrm>
            <a:off x="528216" y="433609"/>
            <a:ext cx="1269870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 API สำหรับแสดงเส้นทางตามแผนการท่องเที่ยว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8216" y="1161869"/>
            <a:ext cx="14072595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ใช้ OSRM ประมวลผลข้อมูลแผนที่ประเทศไทยจาก OpenStreetMap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ซึ่งเป็นโครงการแผนที่ออนไลน์ที่เปิดให้ใช้งานแบบไม่มีค่าใช้จ่ายและเป็นโอเพนซอร์ส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94059" y="7684632"/>
            <a:ext cx="4540344" cy="18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22"/>
              </a:lnSpc>
              <a:spcBef>
                <a:spcPct val="0"/>
              </a:spcBef>
            </a:pPr>
            <a:r>
              <a:rPr lang="en-US" sz="108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https://autogis-site.readthedocs.io/en/2019/_images/OSM_logo.png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8433" y="6290602"/>
            <a:ext cx="3172792" cy="18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22"/>
              </a:lnSpc>
              <a:spcBef>
                <a:spcPct val="0"/>
              </a:spcBef>
            </a:pPr>
            <a:r>
              <a:rPr lang="en-US" sz="108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https://project-osrm.org/images/osrm_logo.svg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56911" y="822229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376926" y="1941827"/>
            <a:ext cx="15534147" cy="7767074"/>
          </a:xfrm>
          <a:custGeom>
            <a:avLst/>
            <a:gdLst/>
            <a:ahLst/>
            <a:cxnLst/>
            <a:rect l="l" t="t" r="r" b="b"/>
            <a:pathLst>
              <a:path w="15534147" h="7767074">
                <a:moveTo>
                  <a:pt x="0" y="0"/>
                </a:moveTo>
                <a:lnTo>
                  <a:pt x="15534148" y="0"/>
                </a:lnTo>
                <a:lnTo>
                  <a:pt x="15534148" y="7767074"/>
                </a:lnTo>
                <a:lnTo>
                  <a:pt x="0" y="7767074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528216" y="433609"/>
            <a:ext cx="1269870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 API สำหรับแสดงเส้นทางตามแผนการท่องเที่ยว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216" y="1115471"/>
            <a:ext cx="14072595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ทดลองการใช้งาน API OSRM สำหรับการค้นหาเส้นทาง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9522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5801936" y="8409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2008571" y="3044011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2" y="0"/>
                </a:lnTo>
                <a:lnTo>
                  <a:pt x="3006372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916513" y="3181354"/>
            <a:ext cx="16454974" cy="12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27"/>
              </a:lnSpc>
            </a:pPr>
            <a:r>
              <a:rPr lang="en-US" sz="8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5) AUTOMATED CI/CD PIPELINE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59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51199" y="1592213"/>
            <a:ext cx="13819171" cy="148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ขั้นตอนการพัฒนา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1427642" y="3073910"/>
            <a:ext cx="15432716" cy="5015633"/>
          </a:xfrm>
          <a:custGeom>
            <a:avLst/>
            <a:gdLst/>
            <a:ahLst/>
            <a:cxnLst/>
            <a:rect l="l" t="t" r="r" b="b"/>
            <a:pathLst>
              <a:path w="15432716" h="5015633">
                <a:moveTo>
                  <a:pt x="0" y="0"/>
                </a:moveTo>
                <a:lnTo>
                  <a:pt x="15432716" y="0"/>
                </a:lnTo>
                <a:lnTo>
                  <a:pt x="15432716" y="5015633"/>
                </a:lnTo>
                <a:lnTo>
                  <a:pt x="0" y="5015633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528216" y="433609"/>
            <a:ext cx="1269870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 Jenkins CI/CD Pipelines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216" y="1115471"/>
            <a:ext cx="14072595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ใช้สำหรับอำนวยความสะดวกระหว่างการพัฒนาเพื่อ 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Build, Test และ Deploy แบบอัตโนมัติ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2458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6112860" y="1471662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3045280" y="1857288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3" y="0"/>
                </a:lnTo>
                <a:lnTo>
                  <a:pt x="3006373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2234415" y="1946144"/>
            <a:ext cx="13819171" cy="147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การออกแบบและพัฒนา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 rot="1585212">
            <a:off x="-7017532" y="616697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2022803">
            <a:off x="-7674076" y="7142760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2" y="0"/>
                </a:lnTo>
                <a:lnTo>
                  <a:pt x="16958692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461314">
            <a:off x="-6308183" y="7695715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5"/>
                </a:lnTo>
                <a:lnTo>
                  <a:pt x="0" y="7518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>
            <a:off x="2704389" y="2068189"/>
            <a:ext cx="13185847" cy="7384074"/>
          </a:xfrm>
          <a:custGeom>
            <a:avLst/>
            <a:gdLst/>
            <a:ahLst/>
            <a:cxnLst/>
            <a:rect l="l" t="t" r="r" b="b"/>
            <a:pathLst>
              <a:path w="13185847" h="7384074">
                <a:moveTo>
                  <a:pt x="0" y="0"/>
                </a:moveTo>
                <a:lnTo>
                  <a:pt x="13185847" y="0"/>
                </a:lnTo>
                <a:lnTo>
                  <a:pt x="13185847" y="7384074"/>
                </a:lnTo>
                <a:lnTo>
                  <a:pt x="0" y="73840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1028700" y="739213"/>
            <a:ext cx="7114974" cy="88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480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Software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 rot="-249828">
            <a:off x="9766325" y="4690484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2458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6112860" y="1471662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3045280" y="1857288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3" y="0"/>
                </a:lnTo>
                <a:lnTo>
                  <a:pt x="3006373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34415" y="1946144"/>
            <a:ext cx="13819171" cy="147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สรุปผลการดำเนินงาน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34991" y="376944"/>
            <a:ext cx="4449494" cy="2515986"/>
          </a:xfrm>
          <a:custGeom>
            <a:avLst/>
            <a:gdLst/>
            <a:ahLst/>
            <a:cxnLst/>
            <a:rect l="l" t="t" r="r" b="b"/>
            <a:pathLst>
              <a:path w="4449494" h="2515986">
                <a:moveTo>
                  <a:pt x="0" y="0"/>
                </a:moveTo>
                <a:lnTo>
                  <a:pt x="4449493" y="0"/>
                </a:lnTo>
                <a:lnTo>
                  <a:pt x="4449493" y="2515987"/>
                </a:lnTo>
                <a:lnTo>
                  <a:pt x="0" y="2515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12179399" y="-1388119"/>
            <a:ext cx="4449494" cy="2515986"/>
          </a:xfrm>
          <a:custGeom>
            <a:avLst/>
            <a:gdLst/>
            <a:ahLst/>
            <a:cxnLst/>
            <a:rect l="l" t="t" r="r" b="b"/>
            <a:pathLst>
              <a:path w="4449494" h="2515986">
                <a:moveTo>
                  <a:pt x="0" y="0"/>
                </a:moveTo>
                <a:lnTo>
                  <a:pt x="4449494" y="0"/>
                </a:lnTo>
                <a:lnTo>
                  <a:pt x="4449494" y="2515986"/>
                </a:lnTo>
                <a:lnTo>
                  <a:pt x="0" y="2515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942497" y="31146"/>
            <a:ext cx="2633091" cy="1603792"/>
          </a:xfrm>
          <a:custGeom>
            <a:avLst/>
            <a:gdLst/>
            <a:ahLst/>
            <a:cxnLst/>
            <a:rect l="l" t="t" r="r" b="b"/>
            <a:pathLst>
              <a:path w="2633091" h="1603792">
                <a:moveTo>
                  <a:pt x="0" y="0"/>
                </a:moveTo>
                <a:lnTo>
                  <a:pt x="2633090" y="0"/>
                </a:lnTo>
                <a:lnTo>
                  <a:pt x="2633090" y="1603791"/>
                </a:lnTo>
                <a:lnTo>
                  <a:pt x="0" y="1603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-4477695" y="7040409"/>
            <a:ext cx="5903164" cy="3820957"/>
          </a:xfrm>
          <a:custGeom>
            <a:avLst/>
            <a:gdLst/>
            <a:ahLst/>
            <a:cxnLst/>
            <a:rect l="l" t="t" r="r" b="b"/>
            <a:pathLst>
              <a:path w="5903164" h="3820957">
                <a:moveTo>
                  <a:pt x="0" y="0"/>
                </a:moveTo>
                <a:lnTo>
                  <a:pt x="5903163" y="0"/>
                </a:lnTo>
                <a:lnTo>
                  <a:pt x="5903163" y="3820957"/>
                </a:lnTo>
                <a:lnTo>
                  <a:pt x="0" y="3820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1585212">
            <a:off x="-8196236" y="8347190"/>
            <a:ext cx="14240894" cy="8683945"/>
          </a:xfrm>
          <a:custGeom>
            <a:avLst/>
            <a:gdLst/>
            <a:ahLst/>
            <a:cxnLst/>
            <a:rect l="l" t="t" r="r" b="b"/>
            <a:pathLst>
              <a:path w="14240894" h="8683945">
                <a:moveTo>
                  <a:pt x="0" y="0"/>
                </a:moveTo>
                <a:lnTo>
                  <a:pt x="14240895" y="0"/>
                </a:lnTo>
                <a:lnTo>
                  <a:pt x="14240895" y="8683944"/>
                </a:lnTo>
                <a:lnTo>
                  <a:pt x="0" y="8683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022803">
            <a:off x="-8805895" y="9253292"/>
            <a:ext cx="15747651" cy="9602749"/>
          </a:xfrm>
          <a:custGeom>
            <a:avLst/>
            <a:gdLst/>
            <a:ahLst/>
            <a:cxnLst/>
            <a:rect l="l" t="t" r="r" b="b"/>
            <a:pathLst>
              <a:path w="15747651" h="9602749">
                <a:moveTo>
                  <a:pt x="0" y="0"/>
                </a:moveTo>
                <a:lnTo>
                  <a:pt x="15747651" y="0"/>
                </a:lnTo>
                <a:lnTo>
                  <a:pt x="15747651" y="9602749"/>
                </a:lnTo>
                <a:lnTo>
                  <a:pt x="0" y="96027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 rot="2461314">
            <a:off x="-7537542" y="9766760"/>
            <a:ext cx="11449137" cy="6981561"/>
          </a:xfrm>
          <a:custGeom>
            <a:avLst/>
            <a:gdLst/>
            <a:ahLst/>
            <a:cxnLst/>
            <a:rect l="l" t="t" r="r" b="b"/>
            <a:pathLst>
              <a:path w="11449137" h="6981561">
                <a:moveTo>
                  <a:pt x="0" y="0"/>
                </a:moveTo>
                <a:lnTo>
                  <a:pt x="11449138" y="0"/>
                </a:lnTo>
                <a:lnTo>
                  <a:pt x="11449138" y="6981561"/>
                </a:lnTo>
                <a:lnTo>
                  <a:pt x="0" y="69815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7954868" y="3792818"/>
            <a:ext cx="2379598" cy="3247591"/>
          </a:xfrm>
          <a:custGeom>
            <a:avLst/>
            <a:gdLst/>
            <a:ahLst/>
            <a:cxnLst/>
            <a:rect l="l" t="t" r="r" b="b"/>
            <a:pathLst>
              <a:path w="2379598" h="3247591">
                <a:moveTo>
                  <a:pt x="0" y="0"/>
                </a:moveTo>
                <a:lnTo>
                  <a:pt x="2379599" y="0"/>
                </a:lnTo>
                <a:lnTo>
                  <a:pt x="2379599" y="3247591"/>
                </a:lnTo>
                <a:lnTo>
                  <a:pt x="0" y="32475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0" name="Freeform 10"/>
          <p:cNvSpPr/>
          <p:nvPr/>
        </p:nvSpPr>
        <p:spPr>
          <a:xfrm>
            <a:off x="3795044" y="833041"/>
            <a:ext cx="1789582" cy="1881969"/>
          </a:xfrm>
          <a:custGeom>
            <a:avLst/>
            <a:gdLst/>
            <a:ahLst/>
            <a:cxnLst/>
            <a:rect l="l" t="t" r="r" b="b"/>
            <a:pathLst>
              <a:path w="1789582" h="1881969">
                <a:moveTo>
                  <a:pt x="0" y="0"/>
                </a:moveTo>
                <a:lnTo>
                  <a:pt x="1789582" y="0"/>
                </a:lnTo>
                <a:lnTo>
                  <a:pt x="1789582" y="1881970"/>
                </a:lnTo>
                <a:lnTo>
                  <a:pt x="0" y="18819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1" name="Freeform 11"/>
          <p:cNvSpPr/>
          <p:nvPr/>
        </p:nvSpPr>
        <p:spPr>
          <a:xfrm>
            <a:off x="12516676" y="728029"/>
            <a:ext cx="2165648" cy="1986982"/>
          </a:xfrm>
          <a:custGeom>
            <a:avLst/>
            <a:gdLst/>
            <a:ahLst/>
            <a:cxnLst/>
            <a:rect l="l" t="t" r="r" b="b"/>
            <a:pathLst>
              <a:path w="2165648" h="1986982">
                <a:moveTo>
                  <a:pt x="0" y="0"/>
                </a:moveTo>
                <a:lnTo>
                  <a:pt x="2165649" y="0"/>
                </a:lnTo>
                <a:lnTo>
                  <a:pt x="2165649" y="1986982"/>
                </a:lnTo>
                <a:lnTo>
                  <a:pt x="0" y="1986982"/>
                </a:lnTo>
                <a:lnTo>
                  <a:pt x="0" y="0"/>
                </a:lnTo>
                <a:close/>
              </a:path>
            </a:pathLst>
          </a:custGeom>
          <a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2" name="Freeform 12"/>
          <p:cNvSpPr/>
          <p:nvPr/>
        </p:nvSpPr>
        <p:spPr>
          <a:xfrm>
            <a:off x="12577562" y="5579415"/>
            <a:ext cx="2043878" cy="2165699"/>
          </a:xfrm>
          <a:custGeom>
            <a:avLst/>
            <a:gdLst/>
            <a:ahLst/>
            <a:cxnLst/>
            <a:rect l="l" t="t" r="r" b="b"/>
            <a:pathLst>
              <a:path w="2043878" h="2165699">
                <a:moveTo>
                  <a:pt x="0" y="0"/>
                </a:moveTo>
                <a:lnTo>
                  <a:pt x="2043878" y="0"/>
                </a:lnTo>
                <a:lnTo>
                  <a:pt x="2043878" y="2165699"/>
                </a:lnTo>
                <a:lnTo>
                  <a:pt x="0" y="2165699"/>
                </a:lnTo>
                <a:lnTo>
                  <a:pt x="0" y="0"/>
                </a:lnTo>
                <a:close/>
              </a:path>
            </a:pathLst>
          </a:custGeom>
          <a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3444688" y="5523521"/>
            <a:ext cx="2490294" cy="2277487"/>
          </a:xfrm>
          <a:custGeom>
            <a:avLst/>
            <a:gdLst/>
            <a:ahLst/>
            <a:cxnLst/>
            <a:rect l="l" t="t" r="r" b="b"/>
            <a:pathLst>
              <a:path w="2490294" h="2277487">
                <a:moveTo>
                  <a:pt x="0" y="0"/>
                </a:moveTo>
                <a:lnTo>
                  <a:pt x="2490293" y="0"/>
                </a:lnTo>
                <a:lnTo>
                  <a:pt x="2490293" y="2277487"/>
                </a:lnTo>
                <a:lnTo>
                  <a:pt x="0" y="22774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TextBox 14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3683" y="2795647"/>
            <a:ext cx="6112303" cy="102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</a:pPr>
            <a:r>
              <a:rPr lang="en-US" sz="279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พัฒนาในส่วน Front-End</a:t>
            </a:r>
          </a:p>
          <a:p>
            <a:pPr algn="ctr">
              <a:lnSpc>
                <a:spcPts val="4185"/>
              </a:lnSpc>
            </a:pPr>
            <a:r>
              <a:rPr lang="en-US" sz="279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ตาม User Interface ที่ออกแบบไว้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43349" y="2795647"/>
            <a:ext cx="6112303" cy="102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</a:pPr>
            <a:r>
              <a:rPr lang="en-US" sz="279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เพิ่มข้อมูล สถานที่ท่องเที่ยว ร้านอาหาร และที่พัก จากสถานที่จริงในจังหวัดภูเก็ต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41525" y="7825750"/>
            <a:ext cx="6715951" cy="102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</a:pPr>
            <a:r>
              <a:rPr lang="en-US" sz="279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พัฒนาระบบแนะนำสถานที่ท่องเที่ยว</a:t>
            </a:r>
          </a:p>
          <a:p>
            <a:pPr algn="ctr">
              <a:lnSpc>
                <a:spcPts val="4185"/>
              </a:lnSpc>
            </a:pPr>
            <a:r>
              <a:rPr lang="en-US" sz="279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ที่ตรงกับลักษณะความชอบของผู้ใช้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3683" y="7825750"/>
            <a:ext cx="6112303" cy="102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</a:pPr>
            <a:r>
              <a:rPr lang="en-US" sz="279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พัฒนาในส่วน Back-End</a:t>
            </a:r>
          </a:p>
          <a:p>
            <a:pPr algn="ctr">
              <a:lnSpc>
                <a:spcPts val="4185"/>
              </a:lnSpc>
            </a:pPr>
            <a:r>
              <a:rPr lang="en-US" sz="2790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API ทั้งหมดในระบบ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 rot="-249828">
            <a:off x="9766325" y="4690484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2458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368758" y="0"/>
            <a:ext cx="2606925" cy="1587854"/>
          </a:xfrm>
          <a:custGeom>
            <a:avLst/>
            <a:gdLst/>
            <a:ahLst/>
            <a:cxnLst/>
            <a:rect l="l" t="t" r="r" b="b"/>
            <a:pathLst>
              <a:path w="2606925" h="1587854">
                <a:moveTo>
                  <a:pt x="0" y="0"/>
                </a:moveTo>
                <a:lnTo>
                  <a:pt x="2606924" y="0"/>
                </a:lnTo>
                <a:lnTo>
                  <a:pt x="2606924" y="1587854"/>
                </a:lnTo>
                <a:lnTo>
                  <a:pt x="0" y="1587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 rot="-3298499">
            <a:off x="3045280" y="2039465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3" y="0"/>
                </a:lnTo>
                <a:lnTo>
                  <a:pt x="3006373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TextBox 16"/>
          <p:cNvSpPr txBox="1"/>
          <p:nvPr/>
        </p:nvSpPr>
        <p:spPr>
          <a:xfrm>
            <a:off x="915906" y="1507278"/>
            <a:ext cx="16456189" cy="142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10189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แนวทางการพัฒนาต่อ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34991" y="376944"/>
            <a:ext cx="4449494" cy="2515986"/>
          </a:xfrm>
          <a:custGeom>
            <a:avLst/>
            <a:gdLst/>
            <a:ahLst/>
            <a:cxnLst/>
            <a:rect l="l" t="t" r="r" b="b"/>
            <a:pathLst>
              <a:path w="4449494" h="2515986">
                <a:moveTo>
                  <a:pt x="0" y="0"/>
                </a:moveTo>
                <a:lnTo>
                  <a:pt x="4449493" y="0"/>
                </a:lnTo>
                <a:lnTo>
                  <a:pt x="4449493" y="2515987"/>
                </a:lnTo>
                <a:lnTo>
                  <a:pt x="0" y="2515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Freeform 3"/>
          <p:cNvSpPr/>
          <p:nvPr/>
        </p:nvSpPr>
        <p:spPr>
          <a:xfrm>
            <a:off x="12179399" y="-1388119"/>
            <a:ext cx="4449494" cy="2515986"/>
          </a:xfrm>
          <a:custGeom>
            <a:avLst/>
            <a:gdLst/>
            <a:ahLst/>
            <a:cxnLst/>
            <a:rect l="l" t="t" r="r" b="b"/>
            <a:pathLst>
              <a:path w="4449494" h="2515986">
                <a:moveTo>
                  <a:pt x="0" y="0"/>
                </a:moveTo>
                <a:lnTo>
                  <a:pt x="4449494" y="0"/>
                </a:lnTo>
                <a:lnTo>
                  <a:pt x="4449494" y="2515986"/>
                </a:lnTo>
                <a:lnTo>
                  <a:pt x="0" y="2515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" name="Freeform 4"/>
          <p:cNvSpPr/>
          <p:nvPr/>
        </p:nvSpPr>
        <p:spPr>
          <a:xfrm>
            <a:off x="14942497" y="31146"/>
            <a:ext cx="2633091" cy="1603792"/>
          </a:xfrm>
          <a:custGeom>
            <a:avLst/>
            <a:gdLst/>
            <a:ahLst/>
            <a:cxnLst/>
            <a:rect l="l" t="t" r="r" b="b"/>
            <a:pathLst>
              <a:path w="2633091" h="1603792">
                <a:moveTo>
                  <a:pt x="0" y="0"/>
                </a:moveTo>
                <a:lnTo>
                  <a:pt x="2633090" y="0"/>
                </a:lnTo>
                <a:lnTo>
                  <a:pt x="2633090" y="1603791"/>
                </a:lnTo>
                <a:lnTo>
                  <a:pt x="0" y="1603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5" name="Freeform 5"/>
          <p:cNvSpPr/>
          <p:nvPr/>
        </p:nvSpPr>
        <p:spPr>
          <a:xfrm>
            <a:off x="-3616216" y="7132877"/>
            <a:ext cx="5903164" cy="3820957"/>
          </a:xfrm>
          <a:custGeom>
            <a:avLst/>
            <a:gdLst/>
            <a:ahLst/>
            <a:cxnLst/>
            <a:rect l="l" t="t" r="r" b="b"/>
            <a:pathLst>
              <a:path w="5903164" h="3820957">
                <a:moveTo>
                  <a:pt x="0" y="0"/>
                </a:moveTo>
                <a:lnTo>
                  <a:pt x="5903164" y="0"/>
                </a:lnTo>
                <a:lnTo>
                  <a:pt x="5903164" y="3820957"/>
                </a:lnTo>
                <a:lnTo>
                  <a:pt x="0" y="3820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6" name="Freeform 6"/>
          <p:cNvSpPr/>
          <p:nvPr/>
        </p:nvSpPr>
        <p:spPr>
          <a:xfrm rot="1585212">
            <a:off x="-7334756" y="8439658"/>
            <a:ext cx="14240894" cy="8683945"/>
          </a:xfrm>
          <a:custGeom>
            <a:avLst/>
            <a:gdLst/>
            <a:ahLst/>
            <a:cxnLst/>
            <a:rect l="l" t="t" r="r" b="b"/>
            <a:pathLst>
              <a:path w="14240894" h="8683945">
                <a:moveTo>
                  <a:pt x="0" y="0"/>
                </a:moveTo>
                <a:lnTo>
                  <a:pt x="14240894" y="0"/>
                </a:lnTo>
                <a:lnTo>
                  <a:pt x="14240894" y="8683945"/>
                </a:lnTo>
                <a:lnTo>
                  <a:pt x="0" y="8683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7" name="Freeform 7"/>
          <p:cNvSpPr/>
          <p:nvPr/>
        </p:nvSpPr>
        <p:spPr>
          <a:xfrm rot="2022803">
            <a:off x="-7944415" y="9345760"/>
            <a:ext cx="15747651" cy="9602749"/>
          </a:xfrm>
          <a:custGeom>
            <a:avLst/>
            <a:gdLst/>
            <a:ahLst/>
            <a:cxnLst/>
            <a:rect l="l" t="t" r="r" b="b"/>
            <a:pathLst>
              <a:path w="15747651" h="9602749">
                <a:moveTo>
                  <a:pt x="0" y="0"/>
                </a:moveTo>
                <a:lnTo>
                  <a:pt x="15747651" y="0"/>
                </a:lnTo>
                <a:lnTo>
                  <a:pt x="15747651" y="9602749"/>
                </a:lnTo>
                <a:lnTo>
                  <a:pt x="0" y="96027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8" name="Freeform 8"/>
          <p:cNvSpPr/>
          <p:nvPr/>
        </p:nvSpPr>
        <p:spPr>
          <a:xfrm rot="2461314">
            <a:off x="-6676062" y="9859228"/>
            <a:ext cx="11449137" cy="6981561"/>
          </a:xfrm>
          <a:custGeom>
            <a:avLst/>
            <a:gdLst/>
            <a:ahLst/>
            <a:cxnLst/>
            <a:rect l="l" t="t" r="r" b="b"/>
            <a:pathLst>
              <a:path w="11449137" h="6981561">
                <a:moveTo>
                  <a:pt x="0" y="0"/>
                </a:moveTo>
                <a:lnTo>
                  <a:pt x="11449137" y="0"/>
                </a:lnTo>
                <a:lnTo>
                  <a:pt x="11449137" y="6981561"/>
                </a:lnTo>
                <a:lnTo>
                  <a:pt x="0" y="69815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32040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Freeform 9"/>
          <p:cNvSpPr/>
          <p:nvPr/>
        </p:nvSpPr>
        <p:spPr>
          <a:xfrm>
            <a:off x="1395234" y="2608805"/>
            <a:ext cx="4464854" cy="2830644"/>
          </a:xfrm>
          <a:custGeom>
            <a:avLst/>
            <a:gdLst/>
            <a:ahLst/>
            <a:cxnLst/>
            <a:rect l="l" t="t" r="r" b="b"/>
            <a:pathLst>
              <a:path w="4464854" h="2830644">
                <a:moveTo>
                  <a:pt x="0" y="0"/>
                </a:moveTo>
                <a:lnTo>
                  <a:pt x="4464854" y="0"/>
                </a:lnTo>
                <a:lnTo>
                  <a:pt x="4464854" y="2830644"/>
                </a:lnTo>
                <a:lnTo>
                  <a:pt x="0" y="2830644"/>
                </a:lnTo>
                <a:lnTo>
                  <a:pt x="0" y="0"/>
                </a:lnTo>
                <a:close/>
              </a:path>
            </a:pathLst>
          </a:custGeom>
          <a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10" name="Group 10"/>
          <p:cNvGrpSpPr/>
          <p:nvPr/>
        </p:nvGrpSpPr>
        <p:grpSpPr>
          <a:xfrm>
            <a:off x="6796917" y="2608805"/>
            <a:ext cx="4254049" cy="2830644"/>
            <a:chOff x="0" y="0"/>
            <a:chExt cx="5672065" cy="37741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72065" cy="3774192"/>
            </a:xfrm>
            <a:custGeom>
              <a:avLst/>
              <a:gdLst/>
              <a:ahLst/>
              <a:cxnLst/>
              <a:rect l="l" t="t" r="r" b="b"/>
              <a:pathLst>
                <a:path w="5672065" h="3774192">
                  <a:moveTo>
                    <a:pt x="0" y="0"/>
                  </a:moveTo>
                  <a:lnTo>
                    <a:pt x="5672065" y="0"/>
                  </a:lnTo>
                  <a:lnTo>
                    <a:pt x="5672065" y="3774192"/>
                  </a:lnTo>
                  <a:lnTo>
                    <a:pt x="0" y="3774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179399" y="2608805"/>
            <a:ext cx="4359069" cy="2830644"/>
          </a:xfrm>
          <a:custGeom>
            <a:avLst/>
            <a:gdLst/>
            <a:ahLst/>
            <a:cxnLst/>
            <a:rect l="l" t="t" r="r" b="b"/>
            <a:pathLst>
              <a:path w="4359069" h="2830644">
                <a:moveTo>
                  <a:pt x="0" y="0"/>
                </a:moveTo>
                <a:lnTo>
                  <a:pt x="4359069" y="0"/>
                </a:lnTo>
                <a:lnTo>
                  <a:pt x="4359069" y="2830644"/>
                </a:lnTo>
                <a:lnTo>
                  <a:pt x="0" y="2830644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TextBox 13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95234" y="6576617"/>
            <a:ext cx="4728104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เพิ่มขอบเขตข้อมูลให้มีครบถ้วนทุกจังหวัดในประเทศไทย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5234" y="5942037"/>
            <a:ext cx="601706" cy="66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6917" y="6576617"/>
            <a:ext cx="4728104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พัฒนาแอปพลิเคชันให้</a:t>
            </a:r>
          </a:p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สามารถใช้งานได้บนมือถือ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96917" y="5942037"/>
            <a:ext cx="694174" cy="66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01296" y="6576617"/>
            <a:ext cx="4728104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112838"/>
                </a:solidFill>
                <a:latin typeface="Rubik Bold"/>
                <a:ea typeface="Rubik Bold"/>
                <a:cs typeface="Rubik Bold"/>
                <a:sym typeface="Rubik Bold"/>
              </a:rPr>
              <a:t>เพิ่มประสิทธิภาพโมเดลการแนะนำสถานที่สำหรับผู้ใช้งาน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01296" y="5942037"/>
            <a:ext cx="717291" cy="66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8" name="Freeform 8"/>
          <p:cNvSpPr/>
          <p:nvPr/>
        </p:nvSpPr>
        <p:spPr>
          <a:xfrm rot="-249828">
            <a:off x="9766325" y="4690484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3" name="Freeform 13"/>
          <p:cNvSpPr/>
          <p:nvPr/>
        </p:nvSpPr>
        <p:spPr>
          <a:xfrm>
            <a:off x="14189567" y="62458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16112860" y="1471662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 rot="-3298499">
            <a:off x="3045280" y="1857288"/>
            <a:ext cx="3006372" cy="3658357"/>
          </a:xfrm>
          <a:custGeom>
            <a:avLst/>
            <a:gdLst/>
            <a:ahLst/>
            <a:cxnLst/>
            <a:rect l="l" t="t" r="r" b="b"/>
            <a:pathLst>
              <a:path w="3006372" h="3658357">
                <a:moveTo>
                  <a:pt x="0" y="0"/>
                </a:moveTo>
                <a:lnTo>
                  <a:pt x="3006373" y="0"/>
                </a:lnTo>
                <a:lnTo>
                  <a:pt x="3006373" y="3658356"/>
                </a:lnTo>
                <a:lnTo>
                  <a:pt x="0" y="36583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TextBox 17"/>
          <p:cNvSpPr txBox="1"/>
          <p:nvPr/>
        </p:nvSpPr>
        <p:spPr>
          <a:xfrm>
            <a:off x="2234415" y="1697683"/>
            <a:ext cx="13819171" cy="166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49"/>
              </a:lnSpc>
            </a:pPr>
            <a:r>
              <a:rPr lang="en-US" sz="12027">
                <a:solidFill>
                  <a:srgbClr val="112838"/>
                </a:solidFill>
                <a:latin typeface="Lazydog"/>
                <a:ea typeface="Lazydog"/>
                <a:cs typeface="Lazydog"/>
                <a:sym typeface="Lazydog"/>
              </a:rPr>
              <a:t>Q &amp; 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71226" y="9613651"/>
            <a:ext cx="572940" cy="55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002" spc="-75">
                <a:solidFill>
                  <a:srgbClr val="112838"/>
                </a:solidFill>
                <a:latin typeface="Rubik"/>
                <a:ea typeface="Rubik"/>
                <a:cs typeface="Rubik"/>
                <a:sym typeface="Rubik"/>
              </a:rPr>
              <a:t>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3089</Words>
  <Application>Microsoft Office PowerPoint</Application>
  <PresentationFormat>Custom</PresentationFormat>
  <Paragraphs>398</Paragraphs>
  <Slides>70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Calibri</vt:lpstr>
      <vt:lpstr>Rubik Bold</vt:lpstr>
      <vt:lpstr>Arial</vt:lpstr>
      <vt:lpstr>Lazydog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TripWeaverPresentation 2/2567</dc:title>
  <cp:lastModifiedBy>Parames Angkoolpakdeekul</cp:lastModifiedBy>
  <cp:revision>4</cp:revision>
  <dcterms:created xsi:type="dcterms:W3CDTF">2006-08-16T00:00:00Z</dcterms:created>
  <dcterms:modified xsi:type="dcterms:W3CDTF">2025-02-28T13:04:21Z</dcterms:modified>
  <dc:identifier>DAGgHgf4uoA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3791291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S10.3.1</vt:lpwstr>
  </property>
</Properties>
</file>